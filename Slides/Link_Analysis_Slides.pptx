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5" r:id="rId1"/>
  </p:sldMasterIdLst>
  <p:notesMasterIdLst>
    <p:notesMasterId r:id="rId8"/>
  </p:notesMasterIdLst>
  <p:sldIdLst>
    <p:sldId id="1327" r:id="rId2"/>
    <p:sldId id="1331" r:id="rId3"/>
    <p:sldId id="1330" r:id="rId4"/>
    <p:sldId id="1347" r:id="rId5"/>
    <p:sldId id="1353" r:id="rId6"/>
    <p:sldId id="1355" r:id="rId7"/>
  </p:sldIdLst>
  <p:sldSz cx="9144000" cy="5143500" type="screen16x9"/>
  <p:notesSz cx="6858000" cy="9144000"/>
  <p:embeddedFontLst>
    <p:embeddedFont>
      <p:font typeface="Segoe UI" panose="020B0502040204020203" pitchFamily="34" charset="0"/>
      <p:regular r:id="rId9"/>
      <p:bold r:id="rId10"/>
      <p:italic r:id="rId11"/>
      <p:boldItalic r:id="rId12"/>
    </p:embeddedFont>
  </p:embeddedFontLst>
  <p:custDataLst>
    <p:tags r:id="rId13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Segoe UI"/>
        <a:ea typeface="Segoe UI"/>
        <a:cs typeface="Segoe UI"/>
        <a:sym typeface="Segoe UI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Segoe UI"/>
        <a:ea typeface="Segoe UI"/>
        <a:cs typeface="Segoe UI"/>
        <a:sym typeface="Segoe UI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Segoe UI"/>
        <a:ea typeface="Segoe UI"/>
        <a:cs typeface="Segoe UI"/>
        <a:sym typeface="Segoe UI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Segoe UI"/>
        <a:ea typeface="Segoe UI"/>
        <a:cs typeface="Segoe UI"/>
        <a:sym typeface="Segoe UI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Segoe UI"/>
        <a:ea typeface="Segoe UI"/>
        <a:cs typeface="Segoe UI"/>
        <a:sym typeface="Segoe UI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Segoe UI"/>
        <a:ea typeface="Segoe UI"/>
        <a:cs typeface="Segoe UI"/>
        <a:sym typeface="Segoe UI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Segoe UI"/>
        <a:ea typeface="Segoe UI"/>
        <a:cs typeface="Segoe UI"/>
        <a:sym typeface="Segoe UI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Segoe UI"/>
        <a:ea typeface="Segoe UI"/>
        <a:cs typeface="Segoe UI"/>
        <a:sym typeface="Segoe UI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Segoe UI"/>
        <a:ea typeface="Segoe UI"/>
        <a:cs typeface="Segoe UI"/>
        <a:sym typeface="Segoe UI"/>
      </a:defRPr>
    </a:lvl9pPr>
  </p:defaultTextStyle>
  <p:extLst>
    <p:ext uri="{EFAFB233-063F-42B5-8137-9DF3F51BA10A}">
      <p15:sldGuideLst xmlns:p15="http://schemas.microsoft.com/office/powerpoint/2012/main">
        <p15:guide id="1" orient="horz" pos="289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667" userDrawn="1">
          <p15:clr>
            <a:srgbClr val="A4A3A4"/>
          </p15:clr>
        </p15:guide>
        <p15:guide id="4" orient="horz" pos="894" userDrawn="1">
          <p15:clr>
            <a:srgbClr val="A4A3A4"/>
          </p15:clr>
        </p15:guide>
        <p15:guide id="5" pos="147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D5C9D"/>
    <a:srgbClr val="BDBDBD"/>
    <a:srgbClr val="DEECCD"/>
    <a:srgbClr val="FD4D4D"/>
    <a:srgbClr val="F78F8F"/>
    <a:srgbClr val="FFC611"/>
    <a:srgbClr val="FFAB40"/>
    <a:srgbClr val="FEA83A"/>
    <a:srgbClr val="FFD966"/>
    <a:srgbClr val="BAE0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319" autoAdjust="0"/>
    <p:restoredTop sz="81910" autoAdjust="0"/>
  </p:normalViewPr>
  <p:slideViewPr>
    <p:cSldViewPr snapToGrid="0">
      <p:cViewPr varScale="1">
        <p:scale>
          <a:sx n="115" d="100"/>
          <a:sy n="115" d="100"/>
        </p:scale>
        <p:origin x="1014" y="84"/>
      </p:cViewPr>
      <p:guideLst>
        <p:guide orient="horz" pos="2890"/>
        <p:guide pos="2880"/>
        <p:guide orient="horz" pos="667"/>
        <p:guide orient="horz" pos="894"/>
        <p:guide pos="1474"/>
      </p:guideLst>
    </p:cSldViewPr>
  </p:slideViewPr>
  <p:outlineViewPr>
    <p:cViewPr>
      <p:scale>
        <a:sx n="33" d="100"/>
        <a:sy n="33" d="100"/>
      </p:scale>
      <p:origin x="0" y="4584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Segoe UI"/>
                <a:ea typeface="Segoe UI"/>
                <a:cs typeface="Segoe UI"/>
                <a:sym typeface="Segoe U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Segoe UI"/>
                <a:ea typeface="Segoe UI"/>
                <a:cs typeface="Segoe UI"/>
                <a:sym typeface="Segoe U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Segoe UI"/>
                <a:ea typeface="Segoe UI"/>
                <a:cs typeface="Segoe UI"/>
                <a:sym typeface="Segoe U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Segoe UI"/>
                <a:ea typeface="Segoe UI"/>
                <a:cs typeface="Segoe UI"/>
                <a:sym typeface="Segoe U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Segoe UI"/>
                <a:ea typeface="Segoe UI"/>
                <a:cs typeface="Segoe UI"/>
                <a:sym typeface="Segoe U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Segoe UI"/>
                <a:ea typeface="Segoe UI"/>
                <a:cs typeface="Segoe UI"/>
                <a:sym typeface="Segoe U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Segoe UI"/>
                <a:ea typeface="Segoe UI"/>
                <a:cs typeface="Segoe UI"/>
                <a:sym typeface="Segoe U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57343369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1835226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Nodes: individual property listings  Edges: same and similar attributes (same town, same flat type, similar floor area, similar resale price).  Criteria:1. Same town  2. Same </a:t>
            </a:r>
            <a:r>
              <a:rPr lang="en-US" dirty="0" err="1"/>
              <a:t>flat_type</a:t>
            </a:r>
            <a:r>
              <a:rPr lang="en-US" dirty="0"/>
              <a:t>  3. AND floor area difference ≤ 10 sqm (arbitral threshold)  4. AND resale price difference ≤ 10% (arbitral threshold)  Hubs: listings that connect many others -&gt; price benchmarks, popular locations, dominant flat types. Without these hubs, price benchmarking is </a:t>
            </a:r>
            <a:r>
              <a:rPr lang="en-US" dirty="0" err="1"/>
              <a:t>compromised.Graph</a:t>
            </a:r>
            <a:r>
              <a:rPr lang="en-US" dirty="0"/>
              <a:t> schema: undirected, unweighted graph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231531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Blu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600700" y="0"/>
            <a:ext cx="3543300" cy="5143500"/>
          </a:xfrm>
          <a:prstGeom prst="rect">
            <a:avLst/>
          </a:prstGeom>
        </p:spPr>
      </p:pic>
      <p:sp>
        <p:nvSpPr>
          <p:cNvPr id="4" name="Shape 37"/>
          <p:cNvSpPr/>
          <p:nvPr userDrawn="1"/>
        </p:nvSpPr>
        <p:spPr>
          <a:xfrm>
            <a:off x="0" y="0"/>
            <a:ext cx="5763000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9549" y="1436959"/>
            <a:ext cx="4694350" cy="572700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</a:t>
            </a:r>
            <a:endParaRPr lang="en-SG" dirty="0"/>
          </a:p>
        </p:txBody>
      </p:sp>
      <p:sp>
        <p:nvSpPr>
          <p:cNvPr id="6" name="Oval 5"/>
          <p:cNvSpPr/>
          <p:nvPr/>
        </p:nvSpPr>
        <p:spPr>
          <a:xfrm>
            <a:off x="5110641" y="1957092"/>
            <a:ext cx="1241354" cy="1241354"/>
          </a:xfrm>
          <a:prstGeom prst="ellips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733425" y="3516313"/>
            <a:ext cx="4377216" cy="4504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Presenters</a:t>
            </a:r>
            <a:endParaRPr lang="en-SG" dirty="0"/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733425" y="4059399"/>
            <a:ext cx="4377216" cy="450438"/>
          </a:xfrm>
        </p:spPr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Organisation</a:t>
            </a:r>
            <a:r>
              <a:rPr lang="en-US" dirty="0"/>
              <a:t> / Date</a:t>
            </a:r>
            <a:endParaRPr lang="en-SG" dirty="0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7343" y="1988856"/>
            <a:ext cx="1231313" cy="1231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5349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Divider (Blue)">
    <p:bg>
      <p:bgRef idx="1001">
        <a:schemeClr val="bg1"/>
      </p:bgRef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3" name="Shape 13"/>
          <p:cNvSpPr/>
          <p:nvPr/>
        </p:nvSpPr>
        <p:spPr>
          <a:xfrm>
            <a:off x="0" y="2484800"/>
            <a:ext cx="4297680" cy="13677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14" name="Shape 14"/>
          <p:cNvSpPr txBox="1">
            <a:spLocks noGrp="1"/>
          </p:cNvSpPr>
          <p:nvPr>
            <p:ph type="title"/>
          </p:nvPr>
        </p:nvSpPr>
        <p:spPr>
          <a:xfrm>
            <a:off x="415300" y="2537138"/>
            <a:ext cx="3646160" cy="1263024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lvl="0" rtl="0">
              <a:spcBef>
                <a:spcPts val="0"/>
              </a:spcBef>
              <a:buClr>
                <a:schemeClr val="accent2"/>
              </a:buClr>
              <a:buSzPct val="100000"/>
              <a:buFont typeface="Segoe UI"/>
              <a:defRPr sz="2800" b="1">
                <a:solidFill>
                  <a:schemeClr val="tx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Clr>
                <a:schemeClr val="accent2"/>
              </a:buClr>
              <a:buSzPct val="100000"/>
              <a:defRPr sz="3600"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buClr>
                <a:schemeClr val="accent2"/>
              </a:buClr>
              <a:buSzPct val="100000"/>
              <a:defRPr sz="3600"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buClr>
                <a:schemeClr val="accent2"/>
              </a:buClr>
              <a:buSzPct val="100000"/>
              <a:defRPr sz="3600"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buClr>
                <a:schemeClr val="accent2"/>
              </a:buClr>
              <a:buSzPct val="100000"/>
              <a:defRPr sz="3600"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buClr>
                <a:schemeClr val="accent2"/>
              </a:buClr>
              <a:buSzPct val="100000"/>
              <a:defRPr sz="3600"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buClr>
                <a:schemeClr val="accent2"/>
              </a:buClr>
              <a:buSzPct val="100000"/>
              <a:defRPr sz="3600"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buClr>
                <a:schemeClr val="accent2"/>
              </a:buClr>
              <a:buSzPct val="100000"/>
              <a:defRPr sz="3600"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buClr>
                <a:schemeClr val="accent2"/>
              </a:buClr>
              <a:buSzPct val="100000"/>
              <a:defRPr sz="3600">
                <a:solidFill>
                  <a:schemeClr val="accent2"/>
                </a:solidFill>
              </a:defRPr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057255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311700" y="284300"/>
            <a:ext cx="8520600" cy="572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Clr>
                <a:schemeClr val="accent5"/>
              </a:buClr>
              <a:buFont typeface="Segoe UI"/>
              <a:defRPr b="1">
                <a:solidFill>
                  <a:schemeClr val="tx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2pPr>
            <a:lvl3pPr lvl="2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3pPr>
            <a:lvl4pPr lvl="3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4pPr>
            <a:lvl5pPr lvl="4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5pPr>
            <a:lvl6pPr lvl="5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6pPr>
            <a:lvl7pPr lvl="6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7pPr>
            <a:lvl8pPr lvl="7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8pPr>
            <a:lvl9pPr lvl="8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9pPr>
          </a:lstStyle>
          <a:p>
            <a:endParaRPr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1700" y="4880734"/>
            <a:ext cx="1690965" cy="215444"/>
          </a:xfrm>
        </p:spPr>
        <p:txBody>
          <a:bodyPr/>
          <a:lstStyle/>
          <a:p>
            <a:r>
              <a:rPr lang="en-US" dirty="0"/>
              <a:t>Project Scoping Document</a:t>
            </a:r>
          </a:p>
        </p:txBody>
      </p:sp>
      <p:sp>
        <p:nvSpPr>
          <p:cNvPr id="7" name="Shape 8"/>
          <p:cNvSpPr txBox="1">
            <a:spLocks noGrp="1"/>
          </p:cNvSpPr>
          <p:nvPr>
            <p:ph type="sldNum" idx="4"/>
          </p:nvPr>
        </p:nvSpPr>
        <p:spPr>
          <a:xfrm>
            <a:off x="8283600" y="4900628"/>
            <a:ext cx="548700" cy="17565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" sz="800" b="0" i="0" u="none" strike="noStrike" cap="none" smtClean="0">
                <a:solidFill>
                  <a:schemeClr val="bg2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fld id="{00000000-1234-1234-1234-123412341234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0214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311700" y="284300"/>
            <a:ext cx="8520600" cy="572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algn="ctr" rtl="0">
              <a:spcBef>
                <a:spcPts val="0"/>
              </a:spcBef>
              <a:buClr>
                <a:schemeClr val="accent5"/>
              </a:buClr>
              <a:buFont typeface="Segoe UI"/>
              <a:defRPr b="1">
                <a:solidFill>
                  <a:schemeClr val="tx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2pPr>
            <a:lvl3pPr lvl="2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3pPr>
            <a:lvl4pPr lvl="3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4pPr>
            <a:lvl5pPr lvl="4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5pPr>
            <a:lvl6pPr lvl="5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6pPr>
            <a:lvl7pPr lvl="6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7pPr>
            <a:lvl8pPr lvl="7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8pPr>
            <a:lvl9pPr lvl="8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9pPr>
          </a:lstStyle>
          <a:p>
            <a:endParaRPr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1700" y="4880734"/>
            <a:ext cx="1690965" cy="215444"/>
          </a:xfrm>
        </p:spPr>
        <p:txBody>
          <a:bodyPr/>
          <a:lstStyle/>
          <a:p>
            <a:r>
              <a:rPr lang="en-US" dirty="0"/>
              <a:t>Project Scoping Document</a:t>
            </a:r>
          </a:p>
        </p:txBody>
      </p:sp>
      <p:sp>
        <p:nvSpPr>
          <p:cNvPr id="7" name="Shape 8"/>
          <p:cNvSpPr txBox="1">
            <a:spLocks noGrp="1"/>
          </p:cNvSpPr>
          <p:nvPr>
            <p:ph type="sldNum" idx="4"/>
          </p:nvPr>
        </p:nvSpPr>
        <p:spPr>
          <a:xfrm>
            <a:off x="8283600" y="4900628"/>
            <a:ext cx="548700" cy="17565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" sz="800" b="0" i="0" u="none" strike="noStrike" cap="none" smtClean="0">
                <a:solidFill>
                  <a:schemeClr val="bg2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fld id="{00000000-1234-1234-1234-123412341234}" type="slidenum">
              <a:rPr lang="en-SG" smtClean="0"/>
              <a:pPr/>
              <a:t>‹#›</a:t>
            </a:fld>
            <a:endParaRPr lang="en-SG" dirty="0"/>
          </a:p>
        </p:txBody>
      </p:sp>
      <p:sp>
        <p:nvSpPr>
          <p:cNvPr id="5" name="Shape 17"/>
          <p:cNvSpPr txBox="1">
            <a:spLocks noGrp="1"/>
          </p:cNvSpPr>
          <p:nvPr>
            <p:ph type="body" idx="1"/>
          </p:nvPr>
        </p:nvSpPr>
        <p:spPr>
          <a:xfrm>
            <a:off x="3276600" y="1214707"/>
            <a:ext cx="5555700" cy="31321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2572050" y="863531"/>
            <a:ext cx="3999900" cy="0"/>
          </a:xfrm>
          <a:prstGeom prst="line">
            <a:avLst/>
          </a:prstGeom>
          <a:ln w="127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7582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lack BG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945931"/>
            <a:ext cx="9144000" cy="41975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Shape 16"/>
          <p:cNvSpPr txBox="1">
            <a:spLocks noGrp="1"/>
          </p:cNvSpPr>
          <p:nvPr>
            <p:ph type="title"/>
          </p:nvPr>
        </p:nvSpPr>
        <p:spPr>
          <a:xfrm>
            <a:off x="311700" y="284300"/>
            <a:ext cx="8520600" cy="572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algn="ctr" rtl="0">
              <a:spcBef>
                <a:spcPts val="0"/>
              </a:spcBef>
              <a:buClr>
                <a:srgbClr val="0097A7"/>
              </a:buClr>
              <a:buFont typeface="Segoe UI"/>
              <a:defRPr b="1">
                <a:solidFill>
                  <a:schemeClr val="accent6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8976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Emphasize (Blue)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18"/>
          <p:cNvSpPr/>
          <p:nvPr userDrawn="1"/>
        </p:nvSpPr>
        <p:spPr>
          <a:xfrm>
            <a:off x="0" y="-1"/>
            <a:ext cx="9144000" cy="115247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16" name="Shape 16"/>
          <p:cNvSpPr txBox="1">
            <a:spLocks noGrp="1"/>
          </p:cNvSpPr>
          <p:nvPr>
            <p:ph type="title"/>
          </p:nvPr>
        </p:nvSpPr>
        <p:spPr>
          <a:xfrm>
            <a:off x="311700" y="284300"/>
            <a:ext cx="8520600" cy="572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algn="ctr" rtl="0">
              <a:spcBef>
                <a:spcPts val="0"/>
              </a:spcBef>
              <a:buClr>
                <a:srgbClr val="0097A7"/>
              </a:buClr>
              <a:buFont typeface="Segoe UI"/>
              <a:defRPr b="1">
                <a:solidFill>
                  <a:schemeClr val="bg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7" name="Shape 17"/>
          <p:cNvSpPr txBox="1">
            <a:spLocks noGrp="1"/>
          </p:cNvSpPr>
          <p:nvPr>
            <p:ph type="body" idx="1"/>
          </p:nvPr>
        </p:nvSpPr>
        <p:spPr>
          <a:xfrm>
            <a:off x="311700" y="1436775"/>
            <a:ext cx="8520600" cy="31321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1700" y="4880734"/>
            <a:ext cx="1690965" cy="215444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Project Scoping Document</a:t>
            </a:r>
          </a:p>
        </p:txBody>
      </p:sp>
      <p:sp>
        <p:nvSpPr>
          <p:cNvPr id="10" name="Shape 8"/>
          <p:cNvSpPr txBox="1">
            <a:spLocks noGrp="1"/>
          </p:cNvSpPr>
          <p:nvPr>
            <p:ph type="sldNum" idx="4"/>
          </p:nvPr>
        </p:nvSpPr>
        <p:spPr>
          <a:xfrm>
            <a:off x="8283600" y="4900628"/>
            <a:ext cx="548700" cy="17565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" sz="800" b="0" i="0" u="none" strike="noStrike" cap="none" smtClean="0">
                <a:solidFill>
                  <a:schemeClr val="bg2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fld id="{00000000-1234-1234-1234-123412341234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3275816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Emphasize (2 Columns)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18"/>
          <p:cNvSpPr/>
          <p:nvPr userDrawn="1"/>
        </p:nvSpPr>
        <p:spPr>
          <a:xfrm>
            <a:off x="0" y="-1"/>
            <a:ext cx="9144000" cy="115247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16" name="Shape 16"/>
          <p:cNvSpPr txBox="1">
            <a:spLocks noGrp="1"/>
          </p:cNvSpPr>
          <p:nvPr>
            <p:ph type="title"/>
          </p:nvPr>
        </p:nvSpPr>
        <p:spPr>
          <a:xfrm>
            <a:off x="311700" y="284300"/>
            <a:ext cx="8520600" cy="572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algn="ctr" rtl="0">
              <a:spcBef>
                <a:spcPts val="0"/>
              </a:spcBef>
              <a:buClr>
                <a:srgbClr val="0097A7"/>
              </a:buClr>
              <a:buFont typeface="Segoe UI"/>
              <a:defRPr b="1">
                <a:solidFill>
                  <a:schemeClr val="bg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7" name="Shape 24"/>
          <p:cNvSpPr txBox="1">
            <a:spLocks noGrp="1"/>
          </p:cNvSpPr>
          <p:nvPr>
            <p:ph type="body" idx="1"/>
          </p:nvPr>
        </p:nvSpPr>
        <p:spPr>
          <a:xfrm>
            <a:off x="311700" y="1436775"/>
            <a:ext cx="3999900" cy="34164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4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9" name="Shape 25"/>
          <p:cNvSpPr txBox="1">
            <a:spLocks noGrp="1"/>
          </p:cNvSpPr>
          <p:nvPr>
            <p:ph type="body" idx="2"/>
          </p:nvPr>
        </p:nvSpPr>
        <p:spPr>
          <a:xfrm>
            <a:off x="4832400" y="1436775"/>
            <a:ext cx="3999900" cy="34164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4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10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1700" y="4880734"/>
            <a:ext cx="1690965" cy="215444"/>
          </a:xfrm>
        </p:spPr>
        <p:txBody>
          <a:bodyPr/>
          <a:lstStyle/>
          <a:p>
            <a:r>
              <a:rPr lang="en-US" dirty="0"/>
              <a:t>Project Scoping Document</a:t>
            </a:r>
          </a:p>
        </p:txBody>
      </p:sp>
      <p:sp>
        <p:nvSpPr>
          <p:cNvPr id="11" name="Shape 8"/>
          <p:cNvSpPr txBox="1">
            <a:spLocks noGrp="1"/>
          </p:cNvSpPr>
          <p:nvPr>
            <p:ph type="sldNum" idx="4"/>
          </p:nvPr>
        </p:nvSpPr>
        <p:spPr>
          <a:xfrm>
            <a:off x="8283600" y="4900628"/>
            <a:ext cx="548700" cy="17565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" sz="800" b="0" i="0" u="none" strike="noStrike" cap="none" smtClean="0">
                <a:solidFill>
                  <a:schemeClr val="bg2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fld id="{00000000-1234-1234-1234-123412341234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6943182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le and Focu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311700" y="284300"/>
            <a:ext cx="8520600" cy="572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Clr>
                <a:schemeClr val="accent5"/>
              </a:buClr>
              <a:buFont typeface="Segoe UI"/>
              <a:defRPr b="1">
                <a:solidFill>
                  <a:schemeClr val="tx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2pPr>
            <a:lvl3pPr lvl="2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3pPr>
            <a:lvl4pPr lvl="3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4pPr>
            <a:lvl5pPr lvl="4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5pPr>
            <a:lvl6pPr lvl="5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6pPr>
            <a:lvl7pPr lvl="6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7pPr>
            <a:lvl8pPr lvl="7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8pPr>
            <a:lvl9pPr lvl="8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9pPr>
          </a:lstStyle>
          <a:p>
            <a:endParaRPr dirty="0"/>
          </a:p>
        </p:txBody>
      </p:sp>
      <p:sp>
        <p:nvSpPr>
          <p:cNvPr id="5" name="Rectangle 4"/>
          <p:cNvSpPr/>
          <p:nvPr userDrawn="1"/>
        </p:nvSpPr>
        <p:spPr>
          <a:xfrm>
            <a:off x="0" y="1022888"/>
            <a:ext cx="9144000" cy="3587858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1700" y="4880734"/>
            <a:ext cx="1690965" cy="215444"/>
          </a:xfrm>
        </p:spPr>
        <p:txBody>
          <a:bodyPr/>
          <a:lstStyle/>
          <a:p>
            <a:r>
              <a:rPr lang="en-US" dirty="0"/>
              <a:t>Project Scoping Document</a:t>
            </a:r>
          </a:p>
        </p:txBody>
      </p:sp>
      <p:sp>
        <p:nvSpPr>
          <p:cNvPr id="7" name="Shape 8"/>
          <p:cNvSpPr txBox="1">
            <a:spLocks noGrp="1"/>
          </p:cNvSpPr>
          <p:nvPr>
            <p:ph type="sldNum" idx="4"/>
          </p:nvPr>
        </p:nvSpPr>
        <p:spPr>
          <a:xfrm>
            <a:off x="8283600" y="4900628"/>
            <a:ext cx="548700" cy="17565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" sz="800" b="0" i="0" u="none" strike="noStrike" cap="none" smtClean="0">
                <a:solidFill>
                  <a:schemeClr val="bg2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fld id="{00000000-1234-1234-1234-123412341234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89772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5556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Right Focu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311700" y="284300"/>
            <a:ext cx="3976965" cy="572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Clr>
                <a:schemeClr val="accent5"/>
              </a:buClr>
              <a:buFont typeface="Segoe UI"/>
              <a:defRPr b="1">
                <a:solidFill>
                  <a:schemeClr val="tx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2pPr>
            <a:lvl3pPr lvl="2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3pPr>
            <a:lvl4pPr lvl="3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4pPr>
            <a:lvl5pPr lvl="4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5pPr>
            <a:lvl6pPr lvl="5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6pPr>
            <a:lvl7pPr lvl="6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7pPr>
            <a:lvl8pPr lvl="7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8pPr>
            <a:lvl9pPr lvl="8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9pPr>
          </a:lstStyle>
          <a:p>
            <a:endParaRPr dirty="0"/>
          </a:p>
        </p:txBody>
      </p:sp>
      <p:sp>
        <p:nvSpPr>
          <p:cNvPr id="7" name="Shape 17"/>
          <p:cNvSpPr txBox="1">
            <a:spLocks noGrp="1"/>
          </p:cNvSpPr>
          <p:nvPr>
            <p:ph type="body" idx="1"/>
          </p:nvPr>
        </p:nvSpPr>
        <p:spPr>
          <a:xfrm>
            <a:off x="4962524" y="857000"/>
            <a:ext cx="3869775" cy="404362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spcAft>
                <a:spcPts val="0"/>
              </a:spcAft>
              <a:buFont typeface="Segoe UI"/>
              <a:defRPr>
                <a:solidFill>
                  <a:schemeClr val="bg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1700" y="4880734"/>
            <a:ext cx="1690965" cy="215444"/>
          </a:xfrm>
        </p:spPr>
        <p:txBody>
          <a:bodyPr/>
          <a:lstStyle/>
          <a:p>
            <a:r>
              <a:rPr lang="en-US" dirty="0"/>
              <a:t>Project Scoping Document</a:t>
            </a:r>
          </a:p>
        </p:txBody>
      </p:sp>
      <p:sp>
        <p:nvSpPr>
          <p:cNvPr id="10" name="Shape 8"/>
          <p:cNvSpPr txBox="1">
            <a:spLocks noGrp="1"/>
          </p:cNvSpPr>
          <p:nvPr>
            <p:ph type="sldNum" idx="4"/>
          </p:nvPr>
        </p:nvSpPr>
        <p:spPr>
          <a:xfrm>
            <a:off x="2393189" y="4900628"/>
            <a:ext cx="548700" cy="17565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" sz="800" b="0" i="0" u="none" strike="noStrike" cap="none" smtClean="0">
                <a:solidFill>
                  <a:schemeClr val="bg2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fld id="{00000000-1234-1234-1234-123412341234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2428166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Right Focus (Print)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311700" y="284300"/>
            <a:ext cx="3976965" cy="572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Clr>
                <a:schemeClr val="accent5"/>
              </a:buClr>
              <a:buFont typeface="Segoe UI"/>
              <a:defRPr b="1">
                <a:solidFill>
                  <a:schemeClr val="tx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2pPr>
            <a:lvl3pPr lvl="2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3pPr>
            <a:lvl4pPr lvl="3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4pPr>
            <a:lvl5pPr lvl="4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5pPr>
            <a:lvl6pPr lvl="5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6pPr>
            <a:lvl7pPr lvl="6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7pPr>
            <a:lvl8pPr lvl="7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8pPr>
            <a:lvl9pPr lvl="8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9pPr>
          </a:lstStyle>
          <a:p>
            <a:endParaRPr dirty="0"/>
          </a:p>
        </p:txBody>
      </p:sp>
      <p:sp>
        <p:nvSpPr>
          <p:cNvPr id="7" name="Shape 17"/>
          <p:cNvSpPr txBox="1">
            <a:spLocks noGrp="1"/>
          </p:cNvSpPr>
          <p:nvPr>
            <p:ph type="body" idx="1"/>
          </p:nvPr>
        </p:nvSpPr>
        <p:spPr>
          <a:xfrm>
            <a:off x="4962524" y="857000"/>
            <a:ext cx="3869775" cy="3740064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spcAft>
                <a:spcPts val="0"/>
              </a:spcAft>
              <a:buFont typeface="Segoe UI"/>
              <a:defRPr>
                <a:solidFill>
                  <a:schemeClr val="bg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grpSp>
        <p:nvGrpSpPr>
          <p:cNvPr id="10" name="Group 9"/>
          <p:cNvGrpSpPr/>
          <p:nvPr userDrawn="1"/>
        </p:nvGrpSpPr>
        <p:grpSpPr>
          <a:xfrm>
            <a:off x="4446431" y="392806"/>
            <a:ext cx="251138" cy="4288664"/>
            <a:chOff x="4446431" y="392806"/>
            <a:chExt cx="251138" cy="4288664"/>
          </a:xfrm>
        </p:grpSpPr>
        <p:cxnSp>
          <p:nvCxnSpPr>
            <p:cNvPr id="3" name="Straight Connector 2"/>
            <p:cNvCxnSpPr/>
            <p:nvPr userDrawn="1"/>
          </p:nvCxnSpPr>
          <p:spPr>
            <a:xfrm>
              <a:off x="4572000" y="392806"/>
              <a:ext cx="0" cy="4288664"/>
            </a:xfrm>
            <a:prstGeom prst="line">
              <a:avLst/>
            </a:prstGeom>
            <a:ln w="38100"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4" name="Diamond 3"/>
            <p:cNvSpPr/>
            <p:nvPr userDrawn="1"/>
          </p:nvSpPr>
          <p:spPr>
            <a:xfrm>
              <a:off x="4446431" y="2411569"/>
              <a:ext cx="251138" cy="251138"/>
            </a:xfrm>
            <a:prstGeom prst="diamond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</p:grpSp>
      <p:sp>
        <p:nvSpPr>
          <p:cNvPr id="15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1700" y="4880734"/>
            <a:ext cx="1690965" cy="215444"/>
          </a:xfrm>
        </p:spPr>
        <p:txBody>
          <a:bodyPr/>
          <a:lstStyle/>
          <a:p>
            <a:r>
              <a:rPr lang="en-US" dirty="0"/>
              <a:t>Project Scoping Document</a:t>
            </a:r>
          </a:p>
        </p:txBody>
      </p:sp>
      <p:sp>
        <p:nvSpPr>
          <p:cNvPr id="16" name="Shape 8"/>
          <p:cNvSpPr txBox="1">
            <a:spLocks noGrp="1"/>
          </p:cNvSpPr>
          <p:nvPr>
            <p:ph type="sldNum" idx="4"/>
          </p:nvPr>
        </p:nvSpPr>
        <p:spPr>
          <a:xfrm>
            <a:off x="8283600" y="4900628"/>
            <a:ext cx="548700" cy="17565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" sz="800" b="0" i="0" u="none" strike="noStrike" cap="none" smtClean="0">
                <a:solidFill>
                  <a:schemeClr val="bg2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fld id="{00000000-1234-1234-1234-123412341234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514460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Right Less Text (Print)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311700" y="284300"/>
            <a:ext cx="3976965" cy="572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Clr>
                <a:schemeClr val="accent5"/>
              </a:buClr>
              <a:buFont typeface="Segoe UI"/>
              <a:defRPr b="1">
                <a:solidFill>
                  <a:schemeClr val="tx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2pPr>
            <a:lvl3pPr lvl="2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3pPr>
            <a:lvl4pPr lvl="3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4pPr>
            <a:lvl5pPr lvl="4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5pPr>
            <a:lvl6pPr lvl="5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6pPr>
            <a:lvl7pPr lvl="6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7pPr>
            <a:lvl8pPr lvl="7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8pPr>
            <a:lvl9pPr lvl="8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9pPr>
          </a:lstStyle>
          <a:p>
            <a:endParaRPr dirty="0"/>
          </a:p>
        </p:txBody>
      </p:sp>
      <p:sp>
        <p:nvSpPr>
          <p:cNvPr id="7" name="Shape 17"/>
          <p:cNvSpPr txBox="1">
            <a:spLocks noGrp="1"/>
          </p:cNvSpPr>
          <p:nvPr>
            <p:ph type="body" idx="1"/>
          </p:nvPr>
        </p:nvSpPr>
        <p:spPr>
          <a:xfrm>
            <a:off x="6267450" y="857000"/>
            <a:ext cx="2564849" cy="3740064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spcAft>
                <a:spcPts val="0"/>
              </a:spcAft>
              <a:buFont typeface="Segoe UI"/>
              <a:defRPr>
                <a:solidFill>
                  <a:schemeClr val="bg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grpSp>
        <p:nvGrpSpPr>
          <p:cNvPr id="10" name="Group 9"/>
          <p:cNvGrpSpPr/>
          <p:nvPr userDrawn="1"/>
        </p:nvGrpSpPr>
        <p:grpSpPr>
          <a:xfrm>
            <a:off x="5865656" y="392806"/>
            <a:ext cx="251138" cy="4288664"/>
            <a:chOff x="4446431" y="392806"/>
            <a:chExt cx="251138" cy="4288664"/>
          </a:xfrm>
        </p:grpSpPr>
        <p:cxnSp>
          <p:nvCxnSpPr>
            <p:cNvPr id="3" name="Straight Connector 2"/>
            <p:cNvCxnSpPr/>
            <p:nvPr userDrawn="1"/>
          </p:nvCxnSpPr>
          <p:spPr>
            <a:xfrm>
              <a:off x="4572000" y="392806"/>
              <a:ext cx="0" cy="4288664"/>
            </a:xfrm>
            <a:prstGeom prst="line">
              <a:avLst/>
            </a:prstGeom>
            <a:ln w="38100"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4" name="Diamond 3"/>
            <p:cNvSpPr/>
            <p:nvPr userDrawn="1"/>
          </p:nvSpPr>
          <p:spPr>
            <a:xfrm>
              <a:off x="4446431" y="2411569"/>
              <a:ext cx="251138" cy="251138"/>
            </a:xfrm>
            <a:prstGeom prst="diamond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</p:grpSp>
      <p:sp>
        <p:nvSpPr>
          <p:cNvPr id="15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1700" y="4880734"/>
            <a:ext cx="1690965" cy="215444"/>
          </a:xfrm>
        </p:spPr>
        <p:txBody>
          <a:bodyPr/>
          <a:lstStyle/>
          <a:p>
            <a:r>
              <a:rPr lang="en-US" dirty="0"/>
              <a:t>Project Scoping Document</a:t>
            </a:r>
          </a:p>
        </p:txBody>
      </p:sp>
      <p:sp>
        <p:nvSpPr>
          <p:cNvPr id="16" name="Shape 8"/>
          <p:cNvSpPr txBox="1">
            <a:spLocks noGrp="1"/>
          </p:cNvSpPr>
          <p:nvPr>
            <p:ph type="sldNum" idx="4"/>
          </p:nvPr>
        </p:nvSpPr>
        <p:spPr>
          <a:xfrm>
            <a:off x="8283600" y="4900628"/>
            <a:ext cx="548700" cy="17565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" sz="800" b="0" i="0" u="none" strike="noStrike" cap="none" smtClean="0">
                <a:solidFill>
                  <a:schemeClr val="bg2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fld id="{00000000-1234-1234-1234-123412341234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4282011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Right Focus (Left Text)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311700" y="284300"/>
            <a:ext cx="3976965" cy="572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Clr>
                <a:schemeClr val="accent5"/>
              </a:buClr>
              <a:buFont typeface="Segoe UI"/>
              <a:defRPr b="1">
                <a:solidFill>
                  <a:schemeClr val="tx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2pPr>
            <a:lvl3pPr lvl="2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3pPr>
            <a:lvl4pPr lvl="3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4pPr>
            <a:lvl5pPr lvl="4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5pPr>
            <a:lvl6pPr lvl="5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6pPr>
            <a:lvl7pPr lvl="6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7pPr>
            <a:lvl8pPr lvl="7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8pPr>
            <a:lvl9pPr lvl="8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9pPr>
          </a:lstStyle>
          <a:p>
            <a:endParaRPr dirty="0"/>
          </a:p>
        </p:txBody>
      </p:sp>
      <p:sp>
        <p:nvSpPr>
          <p:cNvPr id="7" name="Shape 17"/>
          <p:cNvSpPr txBox="1">
            <a:spLocks noGrp="1"/>
          </p:cNvSpPr>
          <p:nvPr>
            <p:ph type="body" idx="1"/>
          </p:nvPr>
        </p:nvSpPr>
        <p:spPr>
          <a:xfrm>
            <a:off x="311701" y="1066800"/>
            <a:ext cx="3777342" cy="363855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spcAft>
                <a:spcPts val="0"/>
              </a:spcAft>
              <a:buFont typeface="Segoe UI"/>
              <a:defRPr>
                <a:solidFill>
                  <a:schemeClr val="tx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1700" y="4880734"/>
            <a:ext cx="1690965" cy="215444"/>
          </a:xfrm>
        </p:spPr>
        <p:txBody>
          <a:bodyPr/>
          <a:lstStyle/>
          <a:p>
            <a:r>
              <a:rPr lang="en-US" dirty="0"/>
              <a:t>Project Scoping Document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4446431" y="392806"/>
            <a:ext cx="251138" cy="4288664"/>
            <a:chOff x="4446431" y="392806"/>
            <a:chExt cx="251138" cy="4288664"/>
          </a:xfrm>
        </p:grpSpPr>
        <p:cxnSp>
          <p:nvCxnSpPr>
            <p:cNvPr id="13" name="Straight Connector 12"/>
            <p:cNvCxnSpPr/>
            <p:nvPr userDrawn="1"/>
          </p:nvCxnSpPr>
          <p:spPr>
            <a:xfrm>
              <a:off x="4572000" y="392806"/>
              <a:ext cx="0" cy="4288664"/>
            </a:xfrm>
            <a:prstGeom prst="line">
              <a:avLst/>
            </a:prstGeom>
            <a:ln w="38100"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14" name="Diamond 13"/>
            <p:cNvSpPr/>
            <p:nvPr userDrawn="1"/>
          </p:nvSpPr>
          <p:spPr>
            <a:xfrm>
              <a:off x="4446431" y="2411569"/>
              <a:ext cx="251138" cy="251138"/>
            </a:xfrm>
            <a:prstGeom prst="diamond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</p:grpSp>
      <p:sp>
        <p:nvSpPr>
          <p:cNvPr id="15" name="Shape 8"/>
          <p:cNvSpPr txBox="1">
            <a:spLocks/>
          </p:cNvSpPr>
          <p:nvPr userDrawn="1"/>
        </p:nvSpPr>
        <p:spPr>
          <a:xfrm>
            <a:off x="8283600" y="4900628"/>
            <a:ext cx="548700" cy="17565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" sz="800" b="0" i="0" u="none" strike="noStrike" cap="none" smtClean="0">
                <a:solidFill>
                  <a:schemeClr val="bg2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Segoe UI"/>
                <a:ea typeface="Segoe UI"/>
                <a:cs typeface="Segoe UI"/>
                <a:sym typeface="Segoe U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Segoe UI"/>
                <a:ea typeface="Segoe UI"/>
                <a:cs typeface="Segoe UI"/>
                <a:sym typeface="Segoe U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Segoe UI"/>
                <a:ea typeface="Segoe UI"/>
                <a:cs typeface="Segoe UI"/>
                <a:sym typeface="Segoe U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Segoe UI"/>
                <a:ea typeface="Segoe UI"/>
                <a:cs typeface="Segoe UI"/>
                <a:sym typeface="Segoe U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Segoe UI"/>
                <a:ea typeface="Segoe UI"/>
                <a:cs typeface="Segoe UI"/>
                <a:sym typeface="Segoe U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Segoe UI"/>
                <a:ea typeface="Segoe UI"/>
                <a:cs typeface="Segoe UI"/>
                <a:sym typeface="Segoe U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Segoe UI"/>
                <a:ea typeface="Segoe UI"/>
                <a:cs typeface="Segoe UI"/>
                <a:sym typeface="Segoe U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fld id="{00000000-1234-1234-1234-123412341234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1572836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Right Focus (Left Text)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311700" y="284300"/>
            <a:ext cx="3976965" cy="572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Clr>
                <a:schemeClr val="accent5"/>
              </a:buClr>
              <a:buFont typeface="Segoe UI"/>
              <a:defRPr b="1">
                <a:solidFill>
                  <a:schemeClr val="tx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2pPr>
            <a:lvl3pPr lvl="2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3pPr>
            <a:lvl4pPr lvl="3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4pPr>
            <a:lvl5pPr lvl="4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5pPr>
            <a:lvl6pPr lvl="5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6pPr>
            <a:lvl7pPr lvl="6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7pPr>
            <a:lvl8pPr lvl="7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8pPr>
            <a:lvl9pPr lvl="8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9pPr>
          </a:lstStyle>
          <a:p>
            <a:endParaRPr dirty="0"/>
          </a:p>
        </p:txBody>
      </p:sp>
      <p:sp>
        <p:nvSpPr>
          <p:cNvPr id="7" name="Shape 17"/>
          <p:cNvSpPr txBox="1">
            <a:spLocks noGrp="1"/>
          </p:cNvSpPr>
          <p:nvPr>
            <p:ph type="body" idx="1"/>
          </p:nvPr>
        </p:nvSpPr>
        <p:spPr>
          <a:xfrm>
            <a:off x="311701" y="1066800"/>
            <a:ext cx="3777342" cy="363855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spcAft>
                <a:spcPts val="0"/>
              </a:spcAft>
              <a:buFont typeface="Segoe UI"/>
              <a:defRPr>
                <a:solidFill>
                  <a:schemeClr val="tx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1700" y="4880734"/>
            <a:ext cx="1690965" cy="215444"/>
          </a:xfrm>
        </p:spPr>
        <p:txBody>
          <a:bodyPr/>
          <a:lstStyle/>
          <a:p>
            <a:r>
              <a:rPr lang="en-US" dirty="0"/>
              <a:t>Project Scoping Document</a:t>
            </a:r>
          </a:p>
        </p:txBody>
      </p:sp>
      <p:sp>
        <p:nvSpPr>
          <p:cNvPr id="11" name="Shape 8"/>
          <p:cNvSpPr txBox="1">
            <a:spLocks noGrp="1"/>
          </p:cNvSpPr>
          <p:nvPr>
            <p:ph type="sldNum" idx="4"/>
          </p:nvPr>
        </p:nvSpPr>
        <p:spPr>
          <a:xfrm>
            <a:off x="2393189" y="4900628"/>
            <a:ext cx="548700" cy="17565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" sz="800" b="0" i="0" u="none" strike="noStrike" cap="none" smtClean="0">
                <a:solidFill>
                  <a:schemeClr val="bg2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fld id="{00000000-1234-1234-1234-123412341234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5852214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ottom Focus (Bot Text)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3032760"/>
            <a:ext cx="9144000" cy="211074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311700" y="284300"/>
            <a:ext cx="8508450" cy="572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Clr>
                <a:schemeClr val="accent5"/>
              </a:buClr>
              <a:buFont typeface="Segoe UI"/>
              <a:defRPr b="1">
                <a:solidFill>
                  <a:schemeClr val="tx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2pPr>
            <a:lvl3pPr lvl="2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3pPr>
            <a:lvl4pPr lvl="3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4pPr>
            <a:lvl5pPr lvl="4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5pPr>
            <a:lvl6pPr lvl="5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6pPr>
            <a:lvl7pPr lvl="6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7pPr>
            <a:lvl8pPr lvl="7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8pPr>
            <a:lvl9pPr lvl="8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9pPr>
          </a:lstStyle>
          <a:p>
            <a:endParaRPr dirty="0"/>
          </a:p>
        </p:txBody>
      </p:sp>
      <p:sp>
        <p:nvSpPr>
          <p:cNvPr id="7" name="Shape 17"/>
          <p:cNvSpPr txBox="1">
            <a:spLocks noGrp="1"/>
          </p:cNvSpPr>
          <p:nvPr>
            <p:ph type="body" idx="1"/>
          </p:nvPr>
        </p:nvSpPr>
        <p:spPr>
          <a:xfrm>
            <a:off x="311700" y="3291840"/>
            <a:ext cx="8508450" cy="1343025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spcAft>
                <a:spcPts val="0"/>
              </a:spcAft>
              <a:buFont typeface="Segoe UI"/>
              <a:defRPr>
                <a:solidFill>
                  <a:schemeClr val="bg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1700" y="4880734"/>
            <a:ext cx="1690965" cy="21544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Project Scoping Document</a:t>
            </a:r>
          </a:p>
        </p:txBody>
      </p:sp>
      <p:sp>
        <p:nvSpPr>
          <p:cNvPr id="11" name="Shape 8"/>
          <p:cNvSpPr txBox="1">
            <a:spLocks noGrp="1"/>
          </p:cNvSpPr>
          <p:nvPr>
            <p:ph type="sldNum" idx="4"/>
          </p:nvPr>
        </p:nvSpPr>
        <p:spPr>
          <a:xfrm>
            <a:off x="8283600" y="4900628"/>
            <a:ext cx="548700" cy="17565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" sz="800" b="0" i="0" u="none" strike="noStrike" cap="none" smtClean="0">
                <a:solidFill>
                  <a:schemeClr val="bg1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fld id="{00000000-1234-1234-1234-123412341234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7375385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5556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ottom Focus (Bot Text) (Print)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311700" y="284300"/>
            <a:ext cx="8508450" cy="572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Clr>
                <a:schemeClr val="accent5"/>
              </a:buClr>
              <a:buFont typeface="Segoe UI"/>
              <a:defRPr b="1">
                <a:solidFill>
                  <a:schemeClr val="tx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2pPr>
            <a:lvl3pPr lvl="2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3pPr>
            <a:lvl4pPr lvl="3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4pPr>
            <a:lvl5pPr lvl="4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5pPr>
            <a:lvl6pPr lvl="5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6pPr>
            <a:lvl7pPr lvl="6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7pPr>
            <a:lvl8pPr lvl="7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8pPr>
            <a:lvl9pPr lvl="8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9pPr>
          </a:lstStyle>
          <a:p>
            <a:endParaRPr dirty="0"/>
          </a:p>
        </p:txBody>
      </p:sp>
      <p:sp>
        <p:nvSpPr>
          <p:cNvPr id="7" name="Shape 17"/>
          <p:cNvSpPr txBox="1">
            <a:spLocks noGrp="1"/>
          </p:cNvSpPr>
          <p:nvPr>
            <p:ph type="body" idx="1"/>
          </p:nvPr>
        </p:nvSpPr>
        <p:spPr>
          <a:xfrm>
            <a:off x="311700" y="3291840"/>
            <a:ext cx="8508450" cy="1343025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spcAft>
                <a:spcPts val="0"/>
              </a:spcAft>
              <a:buFont typeface="Segoe UI"/>
              <a:defRPr>
                <a:solidFill>
                  <a:schemeClr val="bg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cxnSp>
        <p:nvCxnSpPr>
          <p:cNvPr id="9" name="Straight Connector 8"/>
          <p:cNvCxnSpPr/>
          <p:nvPr userDrawn="1"/>
        </p:nvCxnSpPr>
        <p:spPr>
          <a:xfrm flipH="1">
            <a:off x="311700" y="3032978"/>
            <a:ext cx="8520600" cy="0"/>
          </a:xfrm>
          <a:prstGeom prst="line">
            <a:avLst/>
          </a:pr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1" name="Diamond 10"/>
          <p:cNvSpPr/>
          <p:nvPr userDrawn="1"/>
        </p:nvSpPr>
        <p:spPr>
          <a:xfrm rot="5400000">
            <a:off x="4446431" y="2907409"/>
            <a:ext cx="251138" cy="251138"/>
          </a:xfrm>
          <a:prstGeom prst="diamond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12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1700" y="4880734"/>
            <a:ext cx="1690965" cy="215444"/>
          </a:xfrm>
        </p:spPr>
        <p:txBody>
          <a:bodyPr/>
          <a:lstStyle/>
          <a:p>
            <a:r>
              <a:rPr lang="en-US" dirty="0"/>
              <a:t>Project Scoping Document</a:t>
            </a:r>
          </a:p>
        </p:txBody>
      </p:sp>
      <p:sp>
        <p:nvSpPr>
          <p:cNvPr id="13" name="Shape 8"/>
          <p:cNvSpPr txBox="1">
            <a:spLocks noGrp="1"/>
          </p:cNvSpPr>
          <p:nvPr>
            <p:ph type="sldNum" idx="4"/>
          </p:nvPr>
        </p:nvSpPr>
        <p:spPr>
          <a:xfrm>
            <a:off x="8283600" y="4900628"/>
            <a:ext cx="548700" cy="17565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" sz="800" b="0" i="0" u="none" strike="noStrike" cap="none" smtClean="0">
                <a:solidFill>
                  <a:schemeClr val="bg2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fld id="{00000000-1234-1234-1234-123412341234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870191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5556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ottom Less Text (Bot Text) (Print)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311700" y="284300"/>
            <a:ext cx="8508450" cy="572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Clr>
                <a:schemeClr val="accent5"/>
              </a:buClr>
              <a:buFont typeface="Segoe UI"/>
              <a:defRPr b="1">
                <a:solidFill>
                  <a:schemeClr val="tx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2pPr>
            <a:lvl3pPr lvl="2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3pPr>
            <a:lvl4pPr lvl="3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4pPr>
            <a:lvl5pPr lvl="4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5pPr>
            <a:lvl6pPr lvl="5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6pPr>
            <a:lvl7pPr lvl="6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7pPr>
            <a:lvl8pPr lvl="7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8pPr>
            <a:lvl9pPr lvl="8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9pPr>
          </a:lstStyle>
          <a:p>
            <a:endParaRPr dirty="0"/>
          </a:p>
        </p:txBody>
      </p:sp>
      <p:sp>
        <p:nvSpPr>
          <p:cNvPr id="7" name="Shape 17"/>
          <p:cNvSpPr txBox="1">
            <a:spLocks noGrp="1"/>
          </p:cNvSpPr>
          <p:nvPr>
            <p:ph type="body" idx="1"/>
          </p:nvPr>
        </p:nvSpPr>
        <p:spPr>
          <a:xfrm>
            <a:off x="311700" y="3857625"/>
            <a:ext cx="8508450" cy="77724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spcAft>
                <a:spcPts val="0"/>
              </a:spcAft>
              <a:buFont typeface="Segoe UI"/>
              <a:defRPr>
                <a:solidFill>
                  <a:schemeClr val="bg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Font typeface="Segoe UI"/>
              <a:defRPr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grpSp>
        <p:nvGrpSpPr>
          <p:cNvPr id="2" name="Group 1"/>
          <p:cNvGrpSpPr/>
          <p:nvPr userDrawn="1"/>
        </p:nvGrpSpPr>
        <p:grpSpPr>
          <a:xfrm>
            <a:off x="311700" y="3591862"/>
            <a:ext cx="8520600" cy="251138"/>
            <a:chOff x="311700" y="2907409"/>
            <a:chExt cx="8520600" cy="251138"/>
          </a:xfrm>
        </p:grpSpPr>
        <p:cxnSp>
          <p:nvCxnSpPr>
            <p:cNvPr id="9" name="Straight Connector 8"/>
            <p:cNvCxnSpPr/>
            <p:nvPr userDrawn="1"/>
          </p:nvCxnSpPr>
          <p:spPr>
            <a:xfrm flipH="1">
              <a:off x="311700" y="3032978"/>
              <a:ext cx="8520600" cy="0"/>
            </a:xfrm>
            <a:prstGeom prst="line">
              <a:avLst/>
            </a:prstGeom>
            <a:ln w="38100"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11" name="Diamond 10"/>
            <p:cNvSpPr/>
            <p:nvPr userDrawn="1"/>
          </p:nvSpPr>
          <p:spPr>
            <a:xfrm rot="5400000">
              <a:off x="4446431" y="2907409"/>
              <a:ext cx="251138" cy="251138"/>
            </a:xfrm>
            <a:prstGeom prst="diamond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</p:grpSp>
      <p:sp>
        <p:nvSpPr>
          <p:cNvPr id="12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1700" y="4880734"/>
            <a:ext cx="1690965" cy="215444"/>
          </a:xfrm>
        </p:spPr>
        <p:txBody>
          <a:bodyPr/>
          <a:lstStyle/>
          <a:p>
            <a:r>
              <a:rPr lang="en-US" dirty="0"/>
              <a:t>Project Scoping Document</a:t>
            </a:r>
          </a:p>
        </p:txBody>
      </p:sp>
      <p:sp>
        <p:nvSpPr>
          <p:cNvPr id="13" name="Shape 8"/>
          <p:cNvSpPr txBox="1">
            <a:spLocks noGrp="1"/>
          </p:cNvSpPr>
          <p:nvPr>
            <p:ph type="sldNum" idx="4"/>
          </p:nvPr>
        </p:nvSpPr>
        <p:spPr>
          <a:xfrm>
            <a:off x="8283600" y="4900628"/>
            <a:ext cx="548700" cy="17565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" sz="800" b="0" i="0" u="none" strike="noStrike" cap="none" smtClean="0">
                <a:solidFill>
                  <a:schemeClr val="bg2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fld id="{00000000-1234-1234-1234-123412341234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9595169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5556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lumn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311700" y="284300"/>
            <a:ext cx="8520600" cy="572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Clr>
                <a:schemeClr val="accent5"/>
              </a:buClr>
              <a:buFont typeface="Segoe UI"/>
              <a:defRPr b="1">
                <a:solidFill>
                  <a:schemeClr val="tx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2pPr>
            <a:lvl3pPr lvl="2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3pPr>
            <a:lvl4pPr lvl="3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4pPr>
            <a:lvl5pPr lvl="4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5pPr>
            <a:lvl6pPr lvl="5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6pPr>
            <a:lvl7pPr lvl="6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7pPr>
            <a:lvl8pPr lvl="7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8pPr>
            <a:lvl9pPr lvl="8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9pPr>
          </a:lstStyle>
          <a:p>
            <a:endParaRPr dirty="0"/>
          </a:p>
        </p:txBody>
      </p:sp>
      <p:sp>
        <p:nvSpPr>
          <p:cNvPr id="24" name="Shape 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8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1700" y="4880734"/>
            <a:ext cx="1690965" cy="215444"/>
          </a:xfrm>
        </p:spPr>
        <p:txBody>
          <a:bodyPr/>
          <a:lstStyle/>
          <a:p>
            <a:r>
              <a:rPr lang="en-US" dirty="0"/>
              <a:t>Project Scoping Document</a:t>
            </a:r>
          </a:p>
        </p:txBody>
      </p:sp>
      <p:sp>
        <p:nvSpPr>
          <p:cNvPr id="7" name="Shape 8"/>
          <p:cNvSpPr txBox="1">
            <a:spLocks noGrp="1"/>
          </p:cNvSpPr>
          <p:nvPr>
            <p:ph type="sldNum" idx="4"/>
          </p:nvPr>
        </p:nvSpPr>
        <p:spPr>
          <a:xfrm>
            <a:off x="8283600" y="4900628"/>
            <a:ext cx="548700" cy="17565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" sz="800" b="0" i="0" u="none" strike="noStrike" cap="none" smtClean="0">
                <a:solidFill>
                  <a:schemeClr val="bg2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fld id="{00000000-1234-1234-1234-123412341234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246047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lumn (Half)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311700" y="284300"/>
            <a:ext cx="3339461" cy="572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Clr>
                <a:schemeClr val="accent5"/>
              </a:buClr>
              <a:buFont typeface="Segoe UI"/>
              <a:defRPr b="1">
                <a:solidFill>
                  <a:schemeClr val="tx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2pPr>
            <a:lvl3pPr lvl="2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3pPr>
            <a:lvl4pPr lvl="3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4pPr>
            <a:lvl5pPr lvl="4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5pPr>
            <a:lvl6pPr lvl="5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6pPr>
            <a:lvl7pPr lvl="6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7pPr>
            <a:lvl8pPr lvl="7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8pPr>
            <a:lvl9pPr lvl="8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9pPr>
          </a:lstStyle>
          <a:p>
            <a:endParaRPr dirty="0"/>
          </a:p>
        </p:txBody>
      </p:sp>
      <p:sp>
        <p:nvSpPr>
          <p:cNvPr id="6" name="Shape 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339461" cy="34164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8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1700" y="4880734"/>
            <a:ext cx="1690965" cy="215444"/>
          </a:xfrm>
        </p:spPr>
        <p:txBody>
          <a:bodyPr/>
          <a:lstStyle/>
          <a:p>
            <a:r>
              <a:rPr lang="en-US" dirty="0"/>
              <a:t>Project Scoping Document</a:t>
            </a:r>
          </a:p>
        </p:txBody>
      </p:sp>
      <p:sp>
        <p:nvSpPr>
          <p:cNvPr id="8" name="Shape 8"/>
          <p:cNvSpPr txBox="1">
            <a:spLocks noGrp="1"/>
          </p:cNvSpPr>
          <p:nvPr>
            <p:ph type="sldNum" idx="4"/>
          </p:nvPr>
        </p:nvSpPr>
        <p:spPr>
          <a:xfrm>
            <a:off x="8283600" y="4900628"/>
            <a:ext cx="548700" cy="17565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" sz="800" b="0" i="0" u="none" strike="noStrike" cap="none" smtClean="0">
                <a:solidFill>
                  <a:schemeClr val="bg2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fld id="{00000000-1234-1234-1234-123412341234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6772215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lumn (Half) - Long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311700" y="284300"/>
            <a:ext cx="3339461" cy="572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Clr>
                <a:schemeClr val="accent5"/>
              </a:buClr>
              <a:buFont typeface="Segoe UI"/>
              <a:defRPr b="1">
                <a:solidFill>
                  <a:schemeClr val="tx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2pPr>
            <a:lvl3pPr lvl="2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3pPr>
            <a:lvl4pPr lvl="3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4pPr>
            <a:lvl5pPr lvl="4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5pPr>
            <a:lvl6pPr lvl="5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6pPr>
            <a:lvl7pPr lvl="6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7pPr>
            <a:lvl8pPr lvl="7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8pPr>
            <a:lvl9pPr lvl="8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9pPr>
          </a:lstStyle>
          <a:p>
            <a:endParaRPr dirty="0"/>
          </a:p>
        </p:txBody>
      </p:sp>
      <p:sp>
        <p:nvSpPr>
          <p:cNvPr id="6" name="Shape 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5240484" cy="34164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8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1700" y="4880734"/>
            <a:ext cx="1690965" cy="215444"/>
          </a:xfrm>
        </p:spPr>
        <p:txBody>
          <a:bodyPr/>
          <a:lstStyle/>
          <a:p>
            <a:r>
              <a:rPr lang="en-US" dirty="0"/>
              <a:t>Project Scoping Document</a:t>
            </a:r>
          </a:p>
        </p:txBody>
      </p:sp>
      <p:sp>
        <p:nvSpPr>
          <p:cNvPr id="8" name="Shape 8"/>
          <p:cNvSpPr txBox="1">
            <a:spLocks noGrp="1"/>
          </p:cNvSpPr>
          <p:nvPr>
            <p:ph type="sldNum" idx="4"/>
          </p:nvPr>
        </p:nvSpPr>
        <p:spPr>
          <a:xfrm>
            <a:off x="8283600" y="4900628"/>
            <a:ext cx="548700" cy="17565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" sz="800" b="0" i="0" u="none" strike="noStrike" cap="none" smtClean="0">
                <a:solidFill>
                  <a:schemeClr val="bg2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fld id="{00000000-1234-1234-1234-123412341234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7229146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lumn (Right Half)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311700" y="284300"/>
            <a:ext cx="3339461" cy="572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Clr>
                <a:schemeClr val="accent5"/>
              </a:buClr>
              <a:buFont typeface="Segoe UI"/>
              <a:defRPr b="1">
                <a:solidFill>
                  <a:schemeClr val="tx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2pPr>
            <a:lvl3pPr lvl="2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3pPr>
            <a:lvl4pPr lvl="3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4pPr>
            <a:lvl5pPr lvl="4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5pPr>
            <a:lvl6pPr lvl="5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6pPr>
            <a:lvl7pPr lvl="6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7pPr>
            <a:lvl8pPr lvl="7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8pPr>
            <a:lvl9pPr lvl="8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9pPr>
          </a:lstStyle>
          <a:p>
            <a:endParaRPr dirty="0"/>
          </a:p>
        </p:txBody>
      </p:sp>
      <p:sp>
        <p:nvSpPr>
          <p:cNvPr id="6" name="Shape 24"/>
          <p:cNvSpPr txBox="1">
            <a:spLocks noGrp="1"/>
          </p:cNvSpPr>
          <p:nvPr>
            <p:ph type="body" idx="1"/>
          </p:nvPr>
        </p:nvSpPr>
        <p:spPr>
          <a:xfrm>
            <a:off x="5492839" y="1152475"/>
            <a:ext cx="3339461" cy="34164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8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1700" y="4880734"/>
            <a:ext cx="1690965" cy="215444"/>
          </a:xfrm>
        </p:spPr>
        <p:txBody>
          <a:bodyPr/>
          <a:lstStyle/>
          <a:p>
            <a:r>
              <a:rPr lang="en-US" dirty="0"/>
              <a:t>Project Scoping Document</a:t>
            </a:r>
          </a:p>
        </p:txBody>
      </p:sp>
      <p:sp>
        <p:nvSpPr>
          <p:cNvPr id="8" name="Shape 8"/>
          <p:cNvSpPr txBox="1">
            <a:spLocks noGrp="1"/>
          </p:cNvSpPr>
          <p:nvPr>
            <p:ph type="sldNum" idx="4"/>
          </p:nvPr>
        </p:nvSpPr>
        <p:spPr>
          <a:xfrm>
            <a:off x="8283600" y="4900628"/>
            <a:ext cx="548700" cy="17565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" sz="800" b="0" i="0" u="none" strike="noStrike" cap="none" smtClean="0">
                <a:solidFill>
                  <a:schemeClr val="bg2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fld id="{00000000-1234-1234-1234-123412341234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3333883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311700" y="284300"/>
            <a:ext cx="8520600" cy="572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Clr>
                <a:schemeClr val="accent5"/>
              </a:buClr>
              <a:buFont typeface="Segoe UI"/>
              <a:defRPr b="1">
                <a:solidFill>
                  <a:schemeClr val="tx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2pPr>
            <a:lvl3pPr lvl="2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3pPr>
            <a:lvl4pPr lvl="3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4pPr>
            <a:lvl5pPr lvl="4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5pPr>
            <a:lvl6pPr lvl="5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6pPr>
            <a:lvl7pPr lvl="6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7pPr>
            <a:lvl8pPr lvl="7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8pPr>
            <a:lvl9pPr lvl="8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9pPr>
          </a:lstStyle>
          <a:p>
            <a:endParaRPr dirty="0"/>
          </a:p>
        </p:txBody>
      </p:sp>
      <p:sp>
        <p:nvSpPr>
          <p:cNvPr id="24" name="Shape 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2628853" cy="34164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4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8" name="Shape 24"/>
          <p:cNvSpPr txBox="1">
            <a:spLocks noGrp="1"/>
          </p:cNvSpPr>
          <p:nvPr>
            <p:ph type="body" idx="13"/>
          </p:nvPr>
        </p:nvSpPr>
        <p:spPr>
          <a:xfrm>
            <a:off x="3262260" y="1152475"/>
            <a:ext cx="2628853" cy="34164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4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9" name="Shape 24"/>
          <p:cNvSpPr txBox="1">
            <a:spLocks noGrp="1"/>
          </p:cNvSpPr>
          <p:nvPr>
            <p:ph type="body" idx="14"/>
          </p:nvPr>
        </p:nvSpPr>
        <p:spPr>
          <a:xfrm>
            <a:off x="6212820" y="1152475"/>
            <a:ext cx="2628853" cy="34164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4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10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1700" y="4880734"/>
            <a:ext cx="1690965" cy="215444"/>
          </a:xfrm>
        </p:spPr>
        <p:txBody>
          <a:bodyPr/>
          <a:lstStyle/>
          <a:p>
            <a:r>
              <a:rPr lang="en-US" dirty="0"/>
              <a:t>Project Scoping Document</a:t>
            </a:r>
          </a:p>
        </p:txBody>
      </p:sp>
      <p:sp>
        <p:nvSpPr>
          <p:cNvPr id="12" name="Shape 8"/>
          <p:cNvSpPr txBox="1">
            <a:spLocks noGrp="1"/>
          </p:cNvSpPr>
          <p:nvPr>
            <p:ph type="sldNum" idx="4"/>
          </p:nvPr>
        </p:nvSpPr>
        <p:spPr>
          <a:xfrm>
            <a:off x="8283600" y="4900628"/>
            <a:ext cx="548700" cy="17565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" sz="800" b="0" i="0" u="none" strike="noStrike" cap="none" smtClean="0">
                <a:solidFill>
                  <a:schemeClr val="bg2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fld id="{00000000-1234-1234-1234-123412341234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08470629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Transition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311700" y="284300"/>
            <a:ext cx="8520600" cy="572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Clr>
                <a:schemeClr val="accent5"/>
              </a:buClr>
              <a:buFont typeface="Segoe UI"/>
              <a:defRPr b="1">
                <a:solidFill>
                  <a:schemeClr val="tx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2pPr>
            <a:lvl3pPr lvl="2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3pPr>
            <a:lvl4pPr lvl="3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4pPr>
            <a:lvl5pPr lvl="4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5pPr>
            <a:lvl6pPr lvl="5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6pPr>
            <a:lvl7pPr lvl="6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7pPr>
            <a:lvl8pPr lvl="7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8pPr>
            <a:lvl9pPr lvl="8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9pPr>
          </a:lstStyle>
          <a:p>
            <a:endParaRPr dirty="0"/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311700" y="1360327"/>
            <a:ext cx="3539591" cy="400050"/>
          </a:xfrm>
        </p:spPr>
        <p:txBody>
          <a:bodyPr/>
          <a:lstStyle>
            <a:lvl1pPr algn="ctr">
              <a:defRPr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add Header</a:t>
            </a:r>
            <a:endParaRPr lang="en-SG" dirty="0"/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292708" y="1360327"/>
            <a:ext cx="3539591" cy="400050"/>
          </a:xfrm>
        </p:spPr>
        <p:txBody>
          <a:bodyPr/>
          <a:lstStyle>
            <a:lvl1pPr algn="ctr">
              <a:defRPr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add Header</a:t>
            </a:r>
            <a:endParaRPr lang="en-SG" dirty="0"/>
          </a:p>
        </p:txBody>
      </p:sp>
      <p:sp>
        <p:nvSpPr>
          <p:cNvPr id="14" name="Shape 24"/>
          <p:cNvSpPr txBox="1">
            <a:spLocks noGrp="1"/>
          </p:cNvSpPr>
          <p:nvPr>
            <p:ph type="body" idx="1"/>
          </p:nvPr>
        </p:nvSpPr>
        <p:spPr>
          <a:xfrm>
            <a:off x="311700" y="1855827"/>
            <a:ext cx="3539591" cy="271304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4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15" name="Shape 25"/>
          <p:cNvSpPr txBox="1">
            <a:spLocks noGrp="1"/>
          </p:cNvSpPr>
          <p:nvPr>
            <p:ph type="body" idx="2"/>
          </p:nvPr>
        </p:nvSpPr>
        <p:spPr>
          <a:xfrm>
            <a:off x="5292709" y="1855827"/>
            <a:ext cx="3539591" cy="271304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4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311700" y="1810754"/>
            <a:ext cx="3539591" cy="0"/>
          </a:xfrm>
          <a:prstGeom prst="line">
            <a:avLst/>
          </a:prstGeom>
          <a:ln w="127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 userDrawn="1"/>
        </p:nvCxnSpPr>
        <p:spPr>
          <a:xfrm>
            <a:off x="5292708" y="1810754"/>
            <a:ext cx="3539591" cy="0"/>
          </a:xfrm>
          <a:prstGeom prst="line">
            <a:avLst/>
          </a:prstGeom>
          <a:ln w="127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8334" y="2453091"/>
            <a:ext cx="1140105" cy="1140105"/>
          </a:xfrm>
          <a:prstGeom prst="rect">
            <a:avLst/>
          </a:prstGeom>
        </p:spPr>
      </p:pic>
      <p:sp>
        <p:nvSpPr>
          <p:cNvPr id="17" name="Footer Placeholder 2"/>
          <p:cNvSpPr>
            <a:spLocks noGrp="1"/>
          </p:cNvSpPr>
          <p:nvPr>
            <p:ph type="ftr" sz="quarter" idx="13"/>
          </p:nvPr>
        </p:nvSpPr>
        <p:spPr>
          <a:xfrm>
            <a:off x="311700" y="4880734"/>
            <a:ext cx="1690965" cy="215444"/>
          </a:xfrm>
        </p:spPr>
        <p:txBody>
          <a:bodyPr/>
          <a:lstStyle/>
          <a:p>
            <a:r>
              <a:rPr lang="en-US" dirty="0"/>
              <a:t>Project Scoping Document</a:t>
            </a:r>
          </a:p>
        </p:txBody>
      </p:sp>
      <p:sp>
        <p:nvSpPr>
          <p:cNvPr id="18" name="Shape 8"/>
          <p:cNvSpPr txBox="1">
            <a:spLocks noGrp="1"/>
          </p:cNvSpPr>
          <p:nvPr>
            <p:ph type="sldNum" idx="4"/>
          </p:nvPr>
        </p:nvSpPr>
        <p:spPr>
          <a:xfrm>
            <a:off x="8283600" y="4900628"/>
            <a:ext cx="548700" cy="17565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" sz="800" b="0" i="0" u="none" strike="noStrike" cap="none" smtClean="0">
                <a:solidFill>
                  <a:schemeClr val="bg2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fld id="{00000000-1234-1234-1234-123412341234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8593992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With Header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311700" y="284300"/>
            <a:ext cx="8520600" cy="572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Clr>
                <a:schemeClr val="accent5"/>
              </a:buClr>
              <a:buFont typeface="Segoe UI"/>
              <a:defRPr b="1">
                <a:solidFill>
                  <a:schemeClr val="tx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2pPr>
            <a:lvl3pPr lvl="2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3pPr>
            <a:lvl4pPr lvl="3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4pPr>
            <a:lvl5pPr lvl="4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5pPr>
            <a:lvl6pPr lvl="5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6pPr>
            <a:lvl7pPr lvl="6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7pPr>
            <a:lvl8pPr lvl="7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8pPr>
            <a:lvl9pPr lvl="8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9pPr>
          </a:lstStyle>
          <a:p>
            <a:endParaRPr dirty="0"/>
          </a:p>
        </p:txBody>
      </p:sp>
      <p:sp>
        <p:nvSpPr>
          <p:cNvPr id="24" name="Shape 24"/>
          <p:cNvSpPr txBox="1">
            <a:spLocks noGrp="1"/>
          </p:cNvSpPr>
          <p:nvPr>
            <p:ph type="body" idx="1"/>
          </p:nvPr>
        </p:nvSpPr>
        <p:spPr>
          <a:xfrm>
            <a:off x="311700" y="1855827"/>
            <a:ext cx="3999900" cy="271304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4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25" name="Shape 25"/>
          <p:cNvSpPr txBox="1">
            <a:spLocks noGrp="1"/>
          </p:cNvSpPr>
          <p:nvPr>
            <p:ph type="body" idx="2"/>
          </p:nvPr>
        </p:nvSpPr>
        <p:spPr>
          <a:xfrm>
            <a:off x="4832400" y="1855827"/>
            <a:ext cx="3999900" cy="271304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4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311700" y="1360327"/>
            <a:ext cx="3999900" cy="400050"/>
          </a:xfrm>
        </p:spPr>
        <p:txBody>
          <a:bodyPr/>
          <a:lstStyle>
            <a:lvl1pPr algn="ctr">
              <a:defRPr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add Header</a:t>
            </a:r>
            <a:endParaRPr lang="en-SG" dirty="0"/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4832400" y="1360327"/>
            <a:ext cx="3999900" cy="400050"/>
          </a:xfrm>
        </p:spPr>
        <p:txBody>
          <a:bodyPr/>
          <a:lstStyle>
            <a:lvl1pPr algn="ctr">
              <a:defRPr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add Header</a:t>
            </a:r>
            <a:endParaRPr lang="en-SG" dirty="0"/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311700" y="1810754"/>
            <a:ext cx="3999900" cy="0"/>
          </a:xfrm>
          <a:prstGeom prst="line">
            <a:avLst/>
          </a:prstGeom>
          <a:ln w="127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 userDrawn="1"/>
        </p:nvCxnSpPr>
        <p:spPr>
          <a:xfrm>
            <a:off x="4832400" y="1810754"/>
            <a:ext cx="3999899" cy="0"/>
          </a:xfrm>
          <a:prstGeom prst="line">
            <a:avLst/>
          </a:prstGeom>
          <a:ln w="127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3" name="Footer Placeholder 2"/>
          <p:cNvSpPr>
            <a:spLocks noGrp="1"/>
          </p:cNvSpPr>
          <p:nvPr>
            <p:ph type="ftr" sz="quarter" idx="13"/>
          </p:nvPr>
        </p:nvSpPr>
        <p:spPr>
          <a:xfrm>
            <a:off x="311700" y="4880734"/>
            <a:ext cx="1690965" cy="215444"/>
          </a:xfrm>
        </p:spPr>
        <p:txBody>
          <a:bodyPr/>
          <a:lstStyle/>
          <a:p>
            <a:r>
              <a:rPr lang="en-US" dirty="0"/>
              <a:t>Project Scoping Document</a:t>
            </a:r>
          </a:p>
        </p:txBody>
      </p:sp>
      <p:sp>
        <p:nvSpPr>
          <p:cNvPr id="14" name="Shape 8"/>
          <p:cNvSpPr txBox="1">
            <a:spLocks noGrp="1"/>
          </p:cNvSpPr>
          <p:nvPr>
            <p:ph type="sldNum" idx="4"/>
          </p:nvPr>
        </p:nvSpPr>
        <p:spPr>
          <a:xfrm>
            <a:off x="8283600" y="4900628"/>
            <a:ext cx="548700" cy="17565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" sz="800" b="0" i="0" u="none" strike="noStrike" cap="none" smtClean="0">
                <a:solidFill>
                  <a:schemeClr val="bg2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fld id="{00000000-1234-1234-1234-123412341234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12814406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With Headers (Lower)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311700" y="284300"/>
            <a:ext cx="8520600" cy="572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Clr>
                <a:schemeClr val="accent5"/>
              </a:buClr>
              <a:buFont typeface="Segoe UI"/>
              <a:defRPr b="1">
                <a:solidFill>
                  <a:schemeClr val="tx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2pPr>
            <a:lvl3pPr lvl="2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3pPr>
            <a:lvl4pPr lvl="3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4pPr>
            <a:lvl5pPr lvl="4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5pPr>
            <a:lvl6pPr lvl="5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6pPr>
            <a:lvl7pPr lvl="6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7pPr>
            <a:lvl8pPr lvl="7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8pPr>
            <a:lvl9pPr lvl="8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9pPr>
          </a:lstStyle>
          <a:p>
            <a:endParaRPr dirty="0"/>
          </a:p>
        </p:txBody>
      </p:sp>
      <p:sp>
        <p:nvSpPr>
          <p:cNvPr id="24" name="Shape 24"/>
          <p:cNvSpPr txBox="1">
            <a:spLocks noGrp="1"/>
          </p:cNvSpPr>
          <p:nvPr>
            <p:ph type="body" idx="1"/>
          </p:nvPr>
        </p:nvSpPr>
        <p:spPr>
          <a:xfrm>
            <a:off x="311700" y="2584255"/>
            <a:ext cx="3999900" cy="198461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4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25" name="Shape 25"/>
          <p:cNvSpPr txBox="1">
            <a:spLocks noGrp="1"/>
          </p:cNvSpPr>
          <p:nvPr>
            <p:ph type="body" idx="2"/>
          </p:nvPr>
        </p:nvSpPr>
        <p:spPr>
          <a:xfrm>
            <a:off x="4832400" y="2584255"/>
            <a:ext cx="3999900" cy="198461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4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311700" y="2036469"/>
            <a:ext cx="3999900" cy="400050"/>
          </a:xfrm>
        </p:spPr>
        <p:txBody>
          <a:bodyPr/>
          <a:lstStyle>
            <a:lvl1pPr algn="ctr">
              <a:defRPr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add Header</a:t>
            </a:r>
            <a:endParaRPr lang="en-SG" dirty="0"/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4832400" y="2036469"/>
            <a:ext cx="3999900" cy="400050"/>
          </a:xfrm>
        </p:spPr>
        <p:txBody>
          <a:bodyPr/>
          <a:lstStyle>
            <a:lvl1pPr algn="ctr">
              <a:defRPr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add Header</a:t>
            </a:r>
            <a:endParaRPr lang="en-SG" dirty="0"/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311700" y="2506213"/>
            <a:ext cx="3999900" cy="0"/>
          </a:xfrm>
          <a:prstGeom prst="line">
            <a:avLst/>
          </a:prstGeom>
          <a:ln w="127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 userDrawn="1"/>
        </p:nvCxnSpPr>
        <p:spPr>
          <a:xfrm>
            <a:off x="4832400" y="2506213"/>
            <a:ext cx="3999899" cy="0"/>
          </a:xfrm>
          <a:prstGeom prst="line">
            <a:avLst/>
          </a:prstGeom>
          <a:ln w="127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3" name="Footer Placeholder 2"/>
          <p:cNvSpPr>
            <a:spLocks noGrp="1"/>
          </p:cNvSpPr>
          <p:nvPr>
            <p:ph type="ftr" sz="quarter" idx="13"/>
          </p:nvPr>
        </p:nvSpPr>
        <p:spPr>
          <a:xfrm>
            <a:off x="311700" y="4880734"/>
            <a:ext cx="1690965" cy="215444"/>
          </a:xfrm>
        </p:spPr>
        <p:txBody>
          <a:bodyPr/>
          <a:lstStyle/>
          <a:p>
            <a:r>
              <a:rPr lang="en-US" dirty="0"/>
              <a:t>Project Scoping Document</a:t>
            </a:r>
          </a:p>
        </p:txBody>
      </p:sp>
      <p:sp>
        <p:nvSpPr>
          <p:cNvPr id="14" name="Shape 8"/>
          <p:cNvSpPr txBox="1">
            <a:spLocks noGrp="1"/>
          </p:cNvSpPr>
          <p:nvPr>
            <p:ph type="sldNum" idx="4"/>
          </p:nvPr>
        </p:nvSpPr>
        <p:spPr>
          <a:xfrm>
            <a:off x="8283600" y="4900628"/>
            <a:ext cx="548700" cy="17565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" sz="800" b="0" i="0" u="none" strike="noStrike" cap="none" smtClean="0">
                <a:solidFill>
                  <a:schemeClr val="bg2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fld id="{00000000-1234-1234-1234-123412341234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98078658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With Header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311700" y="284300"/>
            <a:ext cx="8520600" cy="572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Clr>
                <a:schemeClr val="accent5"/>
              </a:buClr>
              <a:buFont typeface="Segoe UI"/>
              <a:defRPr b="1">
                <a:solidFill>
                  <a:schemeClr val="tx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2pPr>
            <a:lvl3pPr lvl="2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3pPr>
            <a:lvl4pPr lvl="3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4pPr>
            <a:lvl5pPr lvl="4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5pPr>
            <a:lvl6pPr lvl="5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6pPr>
            <a:lvl7pPr lvl="6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7pPr>
            <a:lvl8pPr lvl="7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8pPr>
            <a:lvl9pPr lvl="8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9pPr>
          </a:lstStyle>
          <a:p>
            <a:endParaRPr dirty="0"/>
          </a:p>
        </p:txBody>
      </p:sp>
      <p:sp>
        <p:nvSpPr>
          <p:cNvPr id="24" name="Shape 24"/>
          <p:cNvSpPr txBox="1">
            <a:spLocks noGrp="1"/>
          </p:cNvSpPr>
          <p:nvPr>
            <p:ph type="body" idx="1"/>
          </p:nvPr>
        </p:nvSpPr>
        <p:spPr>
          <a:xfrm>
            <a:off x="311700" y="1855827"/>
            <a:ext cx="2701956" cy="271304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4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25" name="Shape 25"/>
          <p:cNvSpPr txBox="1">
            <a:spLocks noGrp="1"/>
          </p:cNvSpPr>
          <p:nvPr>
            <p:ph type="body" idx="2"/>
          </p:nvPr>
        </p:nvSpPr>
        <p:spPr>
          <a:xfrm>
            <a:off x="6130343" y="1855827"/>
            <a:ext cx="2701956" cy="271304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4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311700" y="1360327"/>
            <a:ext cx="2701956" cy="400050"/>
          </a:xfrm>
        </p:spPr>
        <p:txBody>
          <a:bodyPr/>
          <a:lstStyle>
            <a:lvl1pPr algn="ctr">
              <a:defRPr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add Header</a:t>
            </a:r>
            <a:endParaRPr lang="en-SG" dirty="0"/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6130343" y="1360327"/>
            <a:ext cx="2701956" cy="400050"/>
          </a:xfrm>
        </p:spPr>
        <p:txBody>
          <a:bodyPr/>
          <a:lstStyle>
            <a:lvl1pPr algn="ctr">
              <a:defRPr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add Header</a:t>
            </a:r>
            <a:endParaRPr lang="en-SG" dirty="0"/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311700" y="1810754"/>
            <a:ext cx="2701956" cy="0"/>
          </a:xfrm>
          <a:prstGeom prst="line">
            <a:avLst/>
          </a:prstGeom>
          <a:ln w="127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3" name="Shape 25"/>
          <p:cNvSpPr txBox="1">
            <a:spLocks noGrp="1"/>
          </p:cNvSpPr>
          <p:nvPr>
            <p:ph type="body" idx="13"/>
          </p:nvPr>
        </p:nvSpPr>
        <p:spPr>
          <a:xfrm>
            <a:off x="3221021" y="1855827"/>
            <a:ext cx="2701956" cy="271304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4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3221021" y="1360327"/>
            <a:ext cx="2701956" cy="400050"/>
          </a:xfrm>
        </p:spPr>
        <p:txBody>
          <a:bodyPr/>
          <a:lstStyle>
            <a:lvl1pPr algn="ctr">
              <a:defRPr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add Header</a:t>
            </a:r>
            <a:endParaRPr lang="en-SG" dirty="0"/>
          </a:p>
        </p:txBody>
      </p:sp>
      <p:cxnSp>
        <p:nvCxnSpPr>
          <p:cNvPr id="15" name="Straight Connector 14"/>
          <p:cNvCxnSpPr/>
          <p:nvPr userDrawn="1"/>
        </p:nvCxnSpPr>
        <p:spPr>
          <a:xfrm>
            <a:off x="3221021" y="1810754"/>
            <a:ext cx="2701956" cy="0"/>
          </a:xfrm>
          <a:prstGeom prst="line">
            <a:avLst/>
          </a:prstGeom>
          <a:ln w="127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 userDrawn="1"/>
        </p:nvCxnSpPr>
        <p:spPr>
          <a:xfrm>
            <a:off x="6130343" y="1810754"/>
            <a:ext cx="2701956" cy="0"/>
          </a:xfrm>
          <a:prstGeom prst="line">
            <a:avLst/>
          </a:prstGeom>
          <a:ln w="127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7" name="Footer Placeholder 2"/>
          <p:cNvSpPr>
            <a:spLocks noGrp="1"/>
          </p:cNvSpPr>
          <p:nvPr>
            <p:ph type="ftr" sz="quarter" idx="15"/>
          </p:nvPr>
        </p:nvSpPr>
        <p:spPr>
          <a:xfrm>
            <a:off x="311700" y="4880734"/>
            <a:ext cx="1690965" cy="215444"/>
          </a:xfrm>
        </p:spPr>
        <p:txBody>
          <a:bodyPr/>
          <a:lstStyle/>
          <a:p>
            <a:r>
              <a:rPr lang="en-US" dirty="0"/>
              <a:t>Project Scoping Document</a:t>
            </a:r>
          </a:p>
        </p:txBody>
      </p:sp>
      <p:sp>
        <p:nvSpPr>
          <p:cNvPr id="18" name="Shape 8"/>
          <p:cNvSpPr txBox="1">
            <a:spLocks noGrp="1"/>
          </p:cNvSpPr>
          <p:nvPr>
            <p:ph type="sldNum" idx="4"/>
          </p:nvPr>
        </p:nvSpPr>
        <p:spPr>
          <a:xfrm>
            <a:off x="8283600" y="4900628"/>
            <a:ext cx="548700" cy="17565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" sz="800" b="0" i="0" u="none" strike="noStrike" cap="none" smtClean="0">
                <a:solidFill>
                  <a:schemeClr val="bg2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fld id="{00000000-1234-1234-1234-123412341234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72339457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With Headers (Lower)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311700" y="284300"/>
            <a:ext cx="8520600" cy="572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Clr>
                <a:schemeClr val="accent5"/>
              </a:buClr>
              <a:buFont typeface="Segoe UI"/>
              <a:defRPr b="1">
                <a:solidFill>
                  <a:schemeClr val="tx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2pPr>
            <a:lvl3pPr lvl="2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3pPr>
            <a:lvl4pPr lvl="3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4pPr>
            <a:lvl5pPr lvl="4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5pPr>
            <a:lvl6pPr lvl="5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6pPr>
            <a:lvl7pPr lvl="6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7pPr>
            <a:lvl8pPr lvl="7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8pPr>
            <a:lvl9pPr lvl="8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9pPr>
          </a:lstStyle>
          <a:p>
            <a:endParaRPr dirty="0"/>
          </a:p>
        </p:txBody>
      </p:sp>
      <p:sp>
        <p:nvSpPr>
          <p:cNvPr id="24" name="Shape 24"/>
          <p:cNvSpPr txBox="1">
            <a:spLocks noGrp="1"/>
          </p:cNvSpPr>
          <p:nvPr>
            <p:ph type="body" idx="1"/>
          </p:nvPr>
        </p:nvSpPr>
        <p:spPr>
          <a:xfrm>
            <a:off x="311700" y="2584256"/>
            <a:ext cx="2701955" cy="182676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0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8" name="Shape 24"/>
          <p:cNvSpPr txBox="1">
            <a:spLocks noGrp="1"/>
          </p:cNvSpPr>
          <p:nvPr>
            <p:ph type="body" idx="13"/>
          </p:nvPr>
        </p:nvSpPr>
        <p:spPr>
          <a:xfrm>
            <a:off x="3221021" y="2584256"/>
            <a:ext cx="2701955" cy="182676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0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9" name="Shape 24"/>
          <p:cNvSpPr txBox="1">
            <a:spLocks noGrp="1"/>
          </p:cNvSpPr>
          <p:nvPr>
            <p:ph type="body" idx="14"/>
          </p:nvPr>
        </p:nvSpPr>
        <p:spPr>
          <a:xfrm>
            <a:off x="6130341" y="2584256"/>
            <a:ext cx="2701955" cy="182676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0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311700" y="2036469"/>
            <a:ext cx="2701956" cy="400050"/>
          </a:xfrm>
        </p:spPr>
        <p:txBody>
          <a:bodyPr/>
          <a:lstStyle>
            <a:lvl1pPr algn="ctr">
              <a:defRPr sz="1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add Header</a:t>
            </a:r>
            <a:endParaRPr lang="en-SG" dirty="0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8" hasCustomPrompt="1"/>
          </p:nvPr>
        </p:nvSpPr>
        <p:spPr>
          <a:xfrm>
            <a:off x="3221021" y="2036469"/>
            <a:ext cx="2701956" cy="400050"/>
          </a:xfrm>
        </p:spPr>
        <p:txBody>
          <a:bodyPr/>
          <a:lstStyle>
            <a:lvl1pPr algn="ctr">
              <a:defRPr sz="1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add Header</a:t>
            </a:r>
            <a:endParaRPr lang="en-SG" dirty="0"/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20" hasCustomPrompt="1"/>
          </p:nvPr>
        </p:nvSpPr>
        <p:spPr>
          <a:xfrm>
            <a:off x="6130339" y="2036469"/>
            <a:ext cx="2701956" cy="400050"/>
          </a:xfrm>
        </p:spPr>
        <p:txBody>
          <a:bodyPr/>
          <a:lstStyle>
            <a:lvl1pPr algn="ctr">
              <a:defRPr sz="1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add Header</a:t>
            </a:r>
            <a:endParaRPr lang="en-SG" dirty="0"/>
          </a:p>
        </p:txBody>
      </p:sp>
      <p:cxnSp>
        <p:nvCxnSpPr>
          <p:cNvPr id="18" name="Straight Connector 17"/>
          <p:cNvCxnSpPr/>
          <p:nvPr userDrawn="1"/>
        </p:nvCxnSpPr>
        <p:spPr>
          <a:xfrm>
            <a:off x="311700" y="2512653"/>
            <a:ext cx="2701956" cy="0"/>
          </a:xfrm>
          <a:prstGeom prst="line">
            <a:avLst/>
          </a:prstGeom>
          <a:ln w="127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 userDrawn="1"/>
        </p:nvCxnSpPr>
        <p:spPr>
          <a:xfrm>
            <a:off x="3221021" y="2512653"/>
            <a:ext cx="2701956" cy="0"/>
          </a:xfrm>
          <a:prstGeom prst="line">
            <a:avLst/>
          </a:prstGeom>
          <a:ln w="127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 userDrawn="1"/>
        </p:nvCxnSpPr>
        <p:spPr>
          <a:xfrm>
            <a:off x="6130339" y="2512653"/>
            <a:ext cx="2701956" cy="0"/>
          </a:xfrm>
          <a:prstGeom prst="line">
            <a:avLst/>
          </a:prstGeom>
          <a:ln w="127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5" name="Footer Placeholder 2"/>
          <p:cNvSpPr>
            <a:spLocks noGrp="1"/>
          </p:cNvSpPr>
          <p:nvPr>
            <p:ph type="ftr" sz="quarter" idx="21"/>
          </p:nvPr>
        </p:nvSpPr>
        <p:spPr>
          <a:xfrm>
            <a:off x="311700" y="4880734"/>
            <a:ext cx="1690965" cy="215444"/>
          </a:xfrm>
        </p:spPr>
        <p:txBody>
          <a:bodyPr/>
          <a:lstStyle/>
          <a:p>
            <a:r>
              <a:rPr lang="en-US" dirty="0"/>
              <a:t>Project Scoping Document</a:t>
            </a:r>
          </a:p>
        </p:txBody>
      </p:sp>
      <p:sp>
        <p:nvSpPr>
          <p:cNvPr id="17" name="Shape 8"/>
          <p:cNvSpPr txBox="1">
            <a:spLocks noGrp="1"/>
          </p:cNvSpPr>
          <p:nvPr>
            <p:ph type="sldNum" idx="4"/>
          </p:nvPr>
        </p:nvSpPr>
        <p:spPr>
          <a:xfrm>
            <a:off x="8283600" y="4900628"/>
            <a:ext cx="548700" cy="17565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" sz="800" b="0" i="0" u="none" strike="noStrike" cap="none" smtClean="0">
                <a:solidFill>
                  <a:schemeClr val="bg2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fld id="{00000000-1234-1234-1234-123412341234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66570702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 With Header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311700" y="284300"/>
            <a:ext cx="8520600" cy="572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Clr>
                <a:schemeClr val="accent5"/>
              </a:buClr>
              <a:buFont typeface="Segoe UI"/>
              <a:defRPr b="1">
                <a:solidFill>
                  <a:schemeClr val="tx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2pPr>
            <a:lvl3pPr lvl="2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3pPr>
            <a:lvl4pPr lvl="3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4pPr>
            <a:lvl5pPr lvl="4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5pPr>
            <a:lvl6pPr lvl="5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6pPr>
            <a:lvl7pPr lvl="6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7pPr>
            <a:lvl8pPr lvl="7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8pPr>
            <a:lvl9pPr lvl="8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9pPr>
          </a:lstStyle>
          <a:p>
            <a:endParaRPr dirty="0"/>
          </a:p>
        </p:txBody>
      </p:sp>
      <p:sp>
        <p:nvSpPr>
          <p:cNvPr id="24" name="Shape 24"/>
          <p:cNvSpPr txBox="1">
            <a:spLocks noGrp="1"/>
          </p:cNvSpPr>
          <p:nvPr>
            <p:ph type="body" idx="1"/>
          </p:nvPr>
        </p:nvSpPr>
        <p:spPr>
          <a:xfrm>
            <a:off x="311701" y="2049781"/>
            <a:ext cx="1851950" cy="2519094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0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8" name="Shape 24"/>
          <p:cNvSpPr txBox="1">
            <a:spLocks noGrp="1"/>
          </p:cNvSpPr>
          <p:nvPr>
            <p:ph type="body" idx="13"/>
          </p:nvPr>
        </p:nvSpPr>
        <p:spPr>
          <a:xfrm>
            <a:off x="2499047" y="2049781"/>
            <a:ext cx="1851950" cy="2519094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0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9" name="Shape 24"/>
          <p:cNvSpPr txBox="1">
            <a:spLocks noGrp="1"/>
          </p:cNvSpPr>
          <p:nvPr>
            <p:ph type="body" idx="14"/>
          </p:nvPr>
        </p:nvSpPr>
        <p:spPr>
          <a:xfrm>
            <a:off x="6980350" y="2049781"/>
            <a:ext cx="1851950" cy="2519094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0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10" name="Shape 24"/>
          <p:cNvSpPr txBox="1">
            <a:spLocks noGrp="1"/>
          </p:cNvSpPr>
          <p:nvPr>
            <p:ph type="body" idx="16"/>
          </p:nvPr>
        </p:nvSpPr>
        <p:spPr>
          <a:xfrm>
            <a:off x="4793000" y="2049781"/>
            <a:ext cx="1851950" cy="2519094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0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311700" y="1501994"/>
            <a:ext cx="1851951" cy="400050"/>
          </a:xfrm>
        </p:spPr>
        <p:txBody>
          <a:bodyPr/>
          <a:lstStyle>
            <a:lvl1pPr algn="ctr">
              <a:defRPr sz="1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add Header</a:t>
            </a:r>
            <a:endParaRPr lang="en-SG" dirty="0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8" hasCustomPrompt="1"/>
          </p:nvPr>
        </p:nvSpPr>
        <p:spPr>
          <a:xfrm>
            <a:off x="2499046" y="1501994"/>
            <a:ext cx="1851951" cy="400050"/>
          </a:xfrm>
        </p:spPr>
        <p:txBody>
          <a:bodyPr/>
          <a:lstStyle>
            <a:lvl1pPr algn="ctr">
              <a:defRPr sz="1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add Header</a:t>
            </a:r>
            <a:endParaRPr lang="en-SG" dirty="0"/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9" hasCustomPrompt="1"/>
          </p:nvPr>
        </p:nvSpPr>
        <p:spPr>
          <a:xfrm>
            <a:off x="4792998" y="1501994"/>
            <a:ext cx="1851951" cy="400050"/>
          </a:xfrm>
        </p:spPr>
        <p:txBody>
          <a:bodyPr/>
          <a:lstStyle>
            <a:lvl1pPr algn="ctr">
              <a:defRPr sz="1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add Header</a:t>
            </a:r>
            <a:endParaRPr lang="en-SG" dirty="0"/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20" hasCustomPrompt="1"/>
          </p:nvPr>
        </p:nvSpPr>
        <p:spPr>
          <a:xfrm>
            <a:off x="6980347" y="1501994"/>
            <a:ext cx="1851951" cy="400050"/>
          </a:xfrm>
        </p:spPr>
        <p:txBody>
          <a:bodyPr/>
          <a:lstStyle>
            <a:lvl1pPr algn="ctr">
              <a:defRPr sz="1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add Header</a:t>
            </a:r>
            <a:endParaRPr lang="en-SG" dirty="0"/>
          </a:p>
        </p:txBody>
      </p:sp>
      <p:cxnSp>
        <p:nvCxnSpPr>
          <p:cNvPr id="18" name="Straight Connector 17"/>
          <p:cNvCxnSpPr/>
          <p:nvPr userDrawn="1"/>
        </p:nvCxnSpPr>
        <p:spPr>
          <a:xfrm>
            <a:off x="311700" y="1978178"/>
            <a:ext cx="1851951" cy="0"/>
          </a:xfrm>
          <a:prstGeom prst="line">
            <a:avLst/>
          </a:prstGeom>
          <a:ln w="127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 userDrawn="1"/>
        </p:nvCxnSpPr>
        <p:spPr>
          <a:xfrm>
            <a:off x="2499046" y="1978178"/>
            <a:ext cx="1851951" cy="0"/>
          </a:xfrm>
          <a:prstGeom prst="line">
            <a:avLst/>
          </a:prstGeom>
          <a:ln w="127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 userDrawn="1"/>
        </p:nvCxnSpPr>
        <p:spPr>
          <a:xfrm>
            <a:off x="4792998" y="1978178"/>
            <a:ext cx="1851951" cy="0"/>
          </a:xfrm>
          <a:prstGeom prst="line">
            <a:avLst/>
          </a:prstGeom>
          <a:ln w="127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 userDrawn="1"/>
        </p:nvCxnSpPr>
        <p:spPr>
          <a:xfrm>
            <a:off x="6980347" y="1978178"/>
            <a:ext cx="1851951" cy="0"/>
          </a:xfrm>
          <a:prstGeom prst="line">
            <a:avLst/>
          </a:prstGeom>
          <a:ln w="127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7" name="Footer Placeholder 2"/>
          <p:cNvSpPr>
            <a:spLocks noGrp="1"/>
          </p:cNvSpPr>
          <p:nvPr>
            <p:ph type="ftr" sz="quarter" idx="21"/>
          </p:nvPr>
        </p:nvSpPr>
        <p:spPr>
          <a:xfrm>
            <a:off x="311700" y="4880734"/>
            <a:ext cx="1690965" cy="215444"/>
          </a:xfrm>
        </p:spPr>
        <p:txBody>
          <a:bodyPr/>
          <a:lstStyle/>
          <a:p>
            <a:r>
              <a:rPr lang="en-US" dirty="0"/>
              <a:t>Project Scoping Document</a:t>
            </a:r>
          </a:p>
        </p:txBody>
      </p:sp>
      <p:sp>
        <p:nvSpPr>
          <p:cNvPr id="19" name="Shape 8"/>
          <p:cNvSpPr txBox="1">
            <a:spLocks noGrp="1"/>
          </p:cNvSpPr>
          <p:nvPr>
            <p:ph type="sldNum" idx="4"/>
          </p:nvPr>
        </p:nvSpPr>
        <p:spPr>
          <a:xfrm>
            <a:off x="8283600" y="4900628"/>
            <a:ext cx="548700" cy="17565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" sz="800" b="0" i="0" u="none" strike="noStrike" cap="none" smtClean="0">
                <a:solidFill>
                  <a:schemeClr val="bg2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fld id="{00000000-1234-1234-1234-123412341234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11268184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 With Headers (Lower)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311700" y="284300"/>
            <a:ext cx="8520600" cy="572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Clr>
                <a:schemeClr val="accent5"/>
              </a:buClr>
              <a:buFont typeface="Segoe UI"/>
              <a:defRPr b="1">
                <a:solidFill>
                  <a:schemeClr val="tx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2pPr>
            <a:lvl3pPr lvl="2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3pPr>
            <a:lvl4pPr lvl="3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4pPr>
            <a:lvl5pPr lvl="4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5pPr>
            <a:lvl6pPr lvl="5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6pPr>
            <a:lvl7pPr lvl="6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7pPr>
            <a:lvl8pPr lvl="7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8pPr>
            <a:lvl9pPr lvl="8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9pPr>
          </a:lstStyle>
          <a:p>
            <a:endParaRPr dirty="0"/>
          </a:p>
        </p:txBody>
      </p:sp>
      <p:sp>
        <p:nvSpPr>
          <p:cNvPr id="24" name="Shape 24"/>
          <p:cNvSpPr txBox="1">
            <a:spLocks noGrp="1"/>
          </p:cNvSpPr>
          <p:nvPr>
            <p:ph type="body" idx="1"/>
          </p:nvPr>
        </p:nvSpPr>
        <p:spPr>
          <a:xfrm>
            <a:off x="311701" y="2584256"/>
            <a:ext cx="1851950" cy="182676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0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8" name="Shape 24"/>
          <p:cNvSpPr txBox="1">
            <a:spLocks noGrp="1"/>
          </p:cNvSpPr>
          <p:nvPr>
            <p:ph type="body" idx="13"/>
          </p:nvPr>
        </p:nvSpPr>
        <p:spPr>
          <a:xfrm>
            <a:off x="2499047" y="2584256"/>
            <a:ext cx="1851950" cy="182676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0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9" name="Shape 24"/>
          <p:cNvSpPr txBox="1">
            <a:spLocks noGrp="1"/>
          </p:cNvSpPr>
          <p:nvPr>
            <p:ph type="body" idx="14"/>
          </p:nvPr>
        </p:nvSpPr>
        <p:spPr>
          <a:xfrm>
            <a:off x="6980350" y="2584256"/>
            <a:ext cx="1851950" cy="182676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0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10" name="Shape 24"/>
          <p:cNvSpPr txBox="1">
            <a:spLocks noGrp="1"/>
          </p:cNvSpPr>
          <p:nvPr>
            <p:ph type="body" idx="16"/>
          </p:nvPr>
        </p:nvSpPr>
        <p:spPr>
          <a:xfrm>
            <a:off x="4793000" y="2584256"/>
            <a:ext cx="1851950" cy="182676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0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311700" y="2036469"/>
            <a:ext cx="1851951" cy="400050"/>
          </a:xfrm>
        </p:spPr>
        <p:txBody>
          <a:bodyPr/>
          <a:lstStyle>
            <a:lvl1pPr algn="ctr">
              <a:defRPr sz="1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add Header</a:t>
            </a:r>
            <a:endParaRPr lang="en-SG" dirty="0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8" hasCustomPrompt="1"/>
          </p:nvPr>
        </p:nvSpPr>
        <p:spPr>
          <a:xfrm>
            <a:off x="2499046" y="2036469"/>
            <a:ext cx="1851951" cy="400050"/>
          </a:xfrm>
        </p:spPr>
        <p:txBody>
          <a:bodyPr/>
          <a:lstStyle>
            <a:lvl1pPr algn="ctr">
              <a:defRPr sz="1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add Header</a:t>
            </a:r>
            <a:endParaRPr lang="en-SG" dirty="0"/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9" hasCustomPrompt="1"/>
          </p:nvPr>
        </p:nvSpPr>
        <p:spPr>
          <a:xfrm>
            <a:off x="4792998" y="2036469"/>
            <a:ext cx="1851951" cy="400050"/>
          </a:xfrm>
        </p:spPr>
        <p:txBody>
          <a:bodyPr/>
          <a:lstStyle>
            <a:lvl1pPr algn="ctr">
              <a:defRPr sz="1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add Header</a:t>
            </a:r>
            <a:endParaRPr lang="en-SG" dirty="0"/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20" hasCustomPrompt="1"/>
          </p:nvPr>
        </p:nvSpPr>
        <p:spPr>
          <a:xfrm>
            <a:off x="6980347" y="2036469"/>
            <a:ext cx="1851951" cy="400050"/>
          </a:xfrm>
        </p:spPr>
        <p:txBody>
          <a:bodyPr/>
          <a:lstStyle>
            <a:lvl1pPr algn="ctr">
              <a:defRPr sz="1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add Header</a:t>
            </a:r>
            <a:endParaRPr lang="en-SG" dirty="0"/>
          </a:p>
        </p:txBody>
      </p:sp>
      <p:cxnSp>
        <p:nvCxnSpPr>
          <p:cNvPr id="18" name="Straight Connector 17"/>
          <p:cNvCxnSpPr/>
          <p:nvPr userDrawn="1"/>
        </p:nvCxnSpPr>
        <p:spPr>
          <a:xfrm>
            <a:off x="311700" y="2512653"/>
            <a:ext cx="1851951" cy="0"/>
          </a:xfrm>
          <a:prstGeom prst="line">
            <a:avLst/>
          </a:prstGeom>
          <a:ln w="127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 userDrawn="1"/>
        </p:nvCxnSpPr>
        <p:spPr>
          <a:xfrm>
            <a:off x="2499046" y="2512653"/>
            <a:ext cx="1851951" cy="0"/>
          </a:xfrm>
          <a:prstGeom prst="line">
            <a:avLst/>
          </a:prstGeom>
          <a:ln w="127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 userDrawn="1"/>
        </p:nvCxnSpPr>
        <p:spPr>
          <a:xfrm>
            <a:off x="4792998" y="2512653"/>
            <a:ext cx="1851951" cy="0"/>
          </a:xfrm>
          <a:prstGeom prst="line">
            <a:avLst/>
          </a:prstGeom>
          <a:ln w="127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 userDrawn="1"/>
        </p:nvCxnSpPr>
        <p:spPr>
          <a:xfrm>
            <a:off x="6980347" y="2512653"/>
            <a:ext cx="1851951" cy="0"/>
          </a:xfrm>
          <a:prstGeom prst="line">
            <a:avLst/>
          </a:prstGeom>
          <a:ln w="127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7" name="Footer Placeholder 2"/>
          <p:cNvSpPr>
            <a:spLocks noGrp="1"/>
          </p:cNvSpPr>
          <p:nvPr>
            <p:ph type="ftr" sz="quarter" idx="21"/>
          </p:nvPr>
        </p:nvSpPr>
        <p:spPr>
          <a:xfrm>
            <a:off x="311700" y="4880734"/>
            <a:ext cx="1690965" cy="215444"/>
          </a:xfrm>
        </p:spPr>
        <p:txBody>
          <a:bodyPr/>
          <a:lstStyle/>
          <a:p>
            <a:r>
              <a:rPr lang="en-US" dirty="0"/>
              <a:t>Project Scoping Document</a:t>
            </a:r>
          </a:p>
        </p:txBody>
      </p:sp>
      <p:sp>
        <p:nvSpPr>
          <p:cNvPr id="19" name="Shape 8"/>
          <p:cNvSpPr txBox="1">
            <a:spLocks noGrp="1"/>
          </p:cNvSpPr>
          <p:nvPr>
            <p:ph type="sldNum" idx="4"/>
          </p:nvPr>
        </p:nvSpPr>
        <p:spPr>
          <a:xfrm>
            <a:off x="8283600" y="4900628"/>
            <a:ext cx="548700" cy="17565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" sz="800" b="0" i="0" u="none" strike="noStrike" cap="none" smtClean="0">
                <a:solidFill>
                  <a:schemeClr val="bg2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fld id="{00000000-1234-1234-1234-123412341234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5086009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s With Header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311700" y="284300"/>
            <a:ext cx="8520600" cy="572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Clr>
                <a:schemeClr val="accent5"/>
              </a:buClr>
              <a:buFont typeface="Segoe UI"/>
              <a:defRPr b="1">
                <a:solidFill>
                  <a:schemeClr val="tx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2pPr>
            <a:lvl3pPr lvl="2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3pPr>
            <a:lvl4pPr lvl="3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4pPr>
            <a:lvl5pPr lvl="4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5pPr>
            <a:lvl6pPr lvl="5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6pPr>
            <a:lvl7pPr lvl="6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7pPr>
            <a:lvl8pPr lvl="7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8pPr>
            <a:lvl9pPr lvl="8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9pPr>
          </a:lstStyle>
          <a:p>
            <a:endParaRPr dirty="0"/>
          </a:p>
        </p:txBody>
      </p:sp>
      <p:sp>
        <p:nvSpPr>
          <p:cNvPr id="24" name="Shape 24"/>
          <p:cNvSpPr txBox="1">
            <a:spLocks noGrp="1"/>
          </p:cNvSpPr>
          <p:nvPr>
            <p:ph type="body" idx="1"/>
          </p:nvPr>
        </p:nvSpPr>
        <p:spPr>
          <a:xfrm>
            <a:off x="311701" y="2049781"/>
            <a:ext cx="1527708" cy="2519094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0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8" name="Shape 24"/>
          <p:cNvSpPr txBox="1">
            <a:spLocks noGrp="1"/>
          </p:cNvSpPr>
          <p:nvPr>
            <p:ph type="body" idx="13"/>
          </p:nvPr>
        </p:nvSpPr>
        <p:spPr>
          <a:xfrm>
            <a:off x="2058301" y="2049781"/>
            <a:ext cx="1527708" cy="2519094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0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9" name="Shape 24"/>
          <p:cNvSpPr txBox="1">
            <a:spLocks noGrp="1"/>
          </p:cNvSpPr>
          <p:nvPr>
            <p:ph type="body" idx="14"/>
          </p:nvPr>
        </p:nvSpPr>
        <p:spPr>
          <a:xfrm>
            <a:off x="5551501" y="2049781"/>
            <a:ext cx="1527708" cy="2519094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0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10" name="Shape 24"/>
          <p:cNvSpPr txBox="1">
            <a:spLocks noGrp="1"/>
          </p:cNvSpPr>
          <p:nvPr>
            <p:ph type="body" idx="16"/>
          </p:nvPr>
        </p:nvSpPr>
        <p:spPr>
          <a:xfrm>
            <a:off x="3804901" y="2049781"/>
            <a:ext cx="1527708" cy="2519094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0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12" name="Shape 24"/>
          <p:cNvSpPr txBox="1">
            <a:spLocks noGrp="1"/>
          </p:cNvSpPr>
          <p:nvPr>
            <p:ph type="body" idx="17"/>
          </p:nvPr>
        </p:nvSpPr>
        <p:spPr>
          <a:xfrm>
            <a:off x="7298101" y="2049781"/>
            <a:ext cx="1527708" cy="2519094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0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311700" y="1501994"/>
            <a:ext cx="1527709" cy="400050"/>
          </a:xfrm>
        </p:spPr>
        <p:txBody>
          <a:bodyPr/>
          <a:lstStyle>
            <a:lvl1pPr algn="ctr">
              <a:defRPr sz="1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add Header</a:t>
            </a:r>
            <a:endParaRPr lang="en-SG" dirty="0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8" hasCustomPrompt="1"/>
          </p:nvPr>
        </p:nvSpPr>
        <p:spPr>
          <a:xfrm>
            <a:off x="2058300" y="1501994"/>
            <a:ext cx="1527709" cy="400050"/>
          </a:xfrm>
        </p:spPr>
        <p:txBody>
          <a:bodyPr/>
          <a:lstStyle>
            <a:lvl1pPr algn="ctr">
              <a:defRPr sz="1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add Header</a:t>
            </a:r>
            <a:endParaRPr lang="en-SG" dirty="0"/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9" hasCustomPrompt="1"/>
          </p:nvPr>
        </p:nvSpPr>
        <p:spPr>
          <a:xfrm>
            <a:off x="3804899" y="1501994"/>
            <a:ext cx="1527709" cy="400050"/>
          </a:xfrm>
        </p:spPr>
        <p:txBody>
          <a:bodyPr/>
          <a:lstStyle>
            <a:lvl1pPr algn="ctr">
              <a:defRPr sz="1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add Header</a:t>
            </a:r>
            <a:endParaRPr lang="en-SG" dirty="0"/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20" hasCustomPrompt="1"/>
          </p:nvPr>
        </p:nvSpPr>
        <p:spPr>
          <a:xfrm>
            <a:off x="5551498" y="1501994"/>
            <a:ext cx="1527709" cy="400050"/>
          </a:xfrm>
        </p:spPr>
        <p:txBody>
          <a:bodyPr/>
          <a:lstStyle>
            <a:lvl1pPr algn="ctr">
              <a:defRPr sz="1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add Header</a:t>
            </a:r>
            <a:endParaRPr lang="en-SG" dirty="0"/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21" hasCustomPrompt="1"/>
          </p:nvPr>
        </p:nvSpPr>
        <p:spPr>
          <a:xfrm>
            <a:off x="7298099" y="1501994"/>
            <a:ext cx="1527709" cy="400050"/>
          </a:xfrm>
        </p:spPr>
        <p:txBody>
          <a:bodyPr/>
          <a:lstStyle>
            <a:lvl1pPr algn="ctr">
              <a:defRPr sz="1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add Header</a:t>
            </a:r>
            <a:endParaRPr lang="en-SG" dirty="0"/>
          </a:p>
        </p:txBody>
      </p:sp>
      <p:cxnSp>
        <p:nvCxnSpPr>
          <p:cNvPr id="18" name="Straight Connector 17"/>
          <p:cNvCxnSpPr/>
          <p:nvPr userDrawn="1"/>
        </p:nvCxnSpPr>
        <p:spPr>
          <a:xfrm>
            <a:off x="311700" y="1978178"/>
            <a:ext cx="1527709" cy="0"/>
          </a:xfrm>
          <a:prstGeom prst="line">
            <a:avLst/>
          </a:prstGeom>
          <a:ln w="127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 userDrawn="1"/>
        </p:nvCxnSpPr>
        <p:spPr>
          <a:xfrm>
            <a:off x="2058300" y="1978178"/>
            <a:ext cx="1527709" cy="0"/>
          </a:xfrm>
          <a:prstGeom prst="line">
            <a:avLst/>
          </a:prstGeom>
          <a:ln w="127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 userDrawn="1"/>
        </p:nvCxnSpPr>
        <p:spPr>
          <a:xfrm>
            <a:off x="3804899" y="1978178"/>
            <a:ext cx="1527709" cy="0"/>
          </a:xfrm>
          <a:prstGeom prst="line">
            <a:avLst/>
          </a:prstGeom>
          <a:ln w="127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 userDrawn="1"/>
        </p:nvCxnSpPr>
        <p:spPr>
          <a:xfrm>
            <a:off x="5551498" y="1978178"/>
            <a:ext cx="1527709" cy="0"/>
          </a:xfrm>
          <a:prstGeom prst="line">
            <a:avLst/>
          </a:prstGeom>
          <a:ln w="127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 userDrawn="1"/>
        </p:nvCxnSpPr>
        <p:spPr>
          <a:xfrm>
            <a:off x="7298099" y="1978178"/>
            <a:ext cx="1527709" cy="0"/>
          </a:xfrm>
          <a:prstGeom prst="line">
            <a:avLst/>
          </a:prstGeom>
          <a:ln w="127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1" name="Footer Placeholder 2"/>
          <p:cNvSpPr>
            <a:spLocks noGrp="1"/>
          </p:cNvSpPr>
          <p:nvPr>
            <p:ph type="ftr" sz="quarter" idx="22"/>
          </p:nvPr>
        </p:nvSpPr>
        <p:spPr>
          <a:xfrm>
            <a:off x="311700" y="4880734"/>
            <a:ext cx="1690965" cy="215444"/>
          </a:xfrm>
        </p:spPr>
        <p:txBody>
          <a:bodyPr/>
          <a:lstStyle/>
          <a:p>
            <a:r>
              <a:rPr lang="en-US" dirty="0"/>
              <a:t>Project Scoping Document</a:t>
            </a:r>
          </a:p>
        </p:txBody>
      </p:sp>
      <p:sp>
        <p:nvSpPr>
          <p:cNvPr id="22" name="Shape 8"/>
          <p:cNvSpPr txBox="1">
            <a:spLocks noGrp="1"/>
          </p:cNvSpPr>
          <p:nvPr>
            <p:ph type="sldNum" idx="4"/>
          </p:nvPr>
        </p:nvSpPr>
        <p:spPr>
          <a:xfrm>
            <a:off x="8283600" y="4900628"/>
            <a:ext cx="548700" cy="17565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" sz="800" b="0" i="0" u="none" strike="noStrike" cap="none" smtClean="0">
                <a:solidFill>
                  <a:schemeClr val="bg2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fld id="{00000000-1234-1234-1234-123412341234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4890294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s Ico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311700" y="284300"/>
            <a:ext cx="8520600" cy="572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Clr>
                <a:schemeClr val="accent5"/>
              </a:buClr>
              <a:buFont typeface="Segoe UI"/>
              <a:defRPr b="1">
                <a:solidFill>
                  <a:schemeClr val="tx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2pPr>
            <a:lvl3pPr lvl="2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3pPr>
            <a:lvl4pPr lvl="3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4pPr>
            <a:lvl5pPr lvl="4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5pPr>
            <a:lvl6pPr lvl="5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6pPr>
            <a:lvl7pPr lvl="6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7pPr>
            <a:lvl8pPr lvl="7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8pPr>
            <a:lvl9pPr lvl="8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9pPr>
          </a:lstStyle>
          <a:p>
            <a:endParaRPr dirty="0"/>
          </a:p>
        </p:txBody>
      </p:sp>
      <p:sp>
        <p:nvSpPr>
          <p:cNvPr id="24" name="Shape 24"/>
          <p:cNvSpPr txBox="1">
            <a:spLocks noGrp="1"/>
          </p:cNvSpPr>
          <p:nvPr>
            <p:ph type="body" idx="1"/>
          </p:nvPr>
        </p:nvSpPr>
        <p:spPr>
          <a:xfrm>
            <a:off x="311701" y="2584256"/>
            <a:ext cx="1527708" cy="182676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0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8" name="Shape 24"/>
          <p:cNvSpPr txBox="1">
            <a:spLocks noGrp="1"/>
          </p:cNvSpPr>
          <p:nvPr>
            <p:ph type="body" idx="13"/>
          </p:nvPr>
        </p:nvSpPr>
        <p:spPr>
          <a:xfrm>
            <a:off x="2058301" y="2584256"/>
            <a:ext cx="1527708" cy="182676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0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9" name="Shape 24"/>
          <p:cNvSpPr txBox="1">
            <a:spLocks noGrp="1"/>
          </p:cNvSpPr>
          <p:nvPr>
            <p:ph type="body" idx="14"/>
          </p:nvPr>
        </p:nvSpPr>
        <p:spPr>
          <a:xfrm>
            <a:off x="5551501" y="2584256"/>
            <a:ext cx="1527708" cy="182676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0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10" name="Shape 24"/>
          <p:cNvSpPr txBox="1">
            <a:spLocks noGrp="1"/>
          </p:cNvSpPr>
          <p:nvPr>
            <p:ph type="body" idx="16"/>
          </p:nvPr>
        </p:nvSpPr>
        <p:spPr>
          <a:xfrm>
            <a:off x="3804901" y="2584256"/>
            <a:ext cx="1527708" cy="182676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0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12" name="Shape 24"/>
          <p:cNvSpPr txBox="1">
            <a:spLocks noGrp="1"/>
          </p:cNvSpPr>
          <p:nvPr>
            <p:ph type="body" idx="17"/>
          </p:nvPr>
        </p:nvSpPr>
        <p:spPr>
          <a:xfrm>
            <a:off x="7298101" y="2584256"/>
            <a:ext cx="1527708" cy="182676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0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311700" y="2036469"/>
            <a:ext cx="1527709" cy="400050"/>
          </a:xfrm>
        </p:spPr>
        <p:txBody>
          <a:bodyPr/>
          <a:lstStyle>
            <a:lvl1pPr algn="ctr">
              <a:defRPr sz="1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add Header</a:t>
            </a:r>
            <a:endParaRPr lang="en-SG" dirty="0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8" hasCustomPrompt="1"/>
          </p:nvPr>
        </p:nvSpPr>
        <p:spPr>
          <a:xfrm>
            <a:off x="2058300" y="2036469"/>
            <a:ext cx="1527709" cy="400050"/>
          </a:xfrm>
        </p:spPr>
        <p:txBody>
          <a:bodyPr/>
          <a:lstStyle>
            <a:lvl1pPr algn="ctr">
              <a:defRPr sz="1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add Header</a:t>
            </a:r>
            <a:endParaRPr lang="en-SG" dirty="0"/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9" hasCustomPrompt="1"/>
          </p:nvPr>
        </p:nvSpPr>
        <p:spPr>
          <a:xfrm>
            <a:off x="3804899" y="2036469"/>
            <a:ext cx="1527709" cy="400050"/>
          </a:xfrm>
        </p:spPr>
        <p:txBody>
          <a:bodyPr/>
          <a:lstStyle>
            <a:lvl1pPr algn="ctr">
              <a:defRPr sz="1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add Header</a:t>
            </a:r>
            <a:endParaRPr lang="en-SG" dirty="0"/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20" hasCustomPrompt="1"/>
          </p:nvPr>
        </p:nvSpPr>
        <p:spPr>
          <a:xfrm>
            <a:off x="5551498" y="2036469"/>
            <a:ext cx="1527709" cy="400050"/>
          </a:xfrm>
        </p:spPr>
        <p:txBody>
          <a:bodyPr/>
          <a:lstStyle>
            <a:lvl1pPr algn="ctr">
              <a:defRPr sz="1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add Header</a:t>
            </a:r>
            <a:endParaRPr lang="en-SG" dirty="0"/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21" hasCustomPrompt="1"/>
          </p:nvPr>
        </p:nvSpPr>
        <p:spPr>
          <a:xfrm>
            <a:off x="7298099" y="2036469"/>
            <a:ext cx="1527709" cy="400050"/>
          </a:xfrm>
        </p:spPr>
        <p:txBody>
          <a:bodyPr/>
          <a:lstStyle>
            <a:lvl1pPr algn="ctr">
              <a:defRPr sz="1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add Header</a:t>
            </a:r>
            <a:endParaRPr lang="en-SG" dirty="0"/>
          </a:p>
        </p:txBody>
      </p:sp>
      <p:cxnSp>
        <p:nvCxnSpPr>
          <p:cNvPr id="18" name="Straight Connector 17"/>
          <p:cNvCxnSpPr/>
          <p:nvPr userDrawn="1"/>
        </p:nvCxnSpPr>
        <p:spPr>
          <a:xfrm>
            <a:off x="311700" y="2512653"/>
            <a:ext cx="1527709" cy="0"/>
          </a:xfrm>
          <a:prstGeom prst="line">
            <a:avLst/>
          </a:prstGeom>
          <a:ln w="127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 userDrawn="1"/>
        </p:nvCxnSpPr>
        <p:spPr>
          <a:xfrm>
            <a:off x="2058300" y="2512653"/>
            <a:ext cx="1527709" cy="0"/>
          </a:xfrm>
          <a:prstGeom prst="line">
            <a:avLst/>
          </a:prstGeom>
          <a:ln w="127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 userDrawn="1"/>
        </p:nvCxnSpPr>
        <p:spPr>
          <a:xfrm>
            <a:off x="3804899" y="2512653"/>
            <a:ext cx="1527709" cy="0"/>
          </a:xfrm>
          <a:prstGeom prst="line">
            <a:avLst/>
          </a:prstGeom>
          <a:ln w="127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 userDrawn="1"/>
        </p:nvCxnSpPr>
        <p:spPr>
          <a:xfrm>
            <a:off x="5551498" y="2512653"/>
            <a:ext cx="1527709" cy="0"/>
          </a:xfrm>
          <a:prstGeom prst="line">
            <a:avLst/>
          </a:prstGeom>
          <a:ln w="127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 userDrawn="1"/>
        </p:nvCxnSpPr>
        <p:spPr>
          <a:xfrm>
            <a:off x="7298099" y="2512653"/>
            <a:ext cx="1527709" cy="0"/>
          </a:xfrm>
          <a:prstGeom prst="line">
            <a:avLst/>
          </a:prstGeom>
          <a:ln w="127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1" name="Footer Placeholder 2"/>
          <p:cNvSpPr>
            <a:spLocks noGrp="1"/>
          </p:cNvSpPr>
          <p:nvPr>
            <p:ph type="ftr" sz="quarter" idx="22"/>
          </p:nvPr>
        </p:nvSpPr>
        <p:spPr>
          <a:xfrm>
            <a:off x="311700" y="4880734"/>
            <a:ext cx="1690965" cy="215444"/>
          </a:xfrm>
        </p:spPr>
        <p:txBody>
          <a:bodyPr/>
          <a:lstStyle/>
          <a:p>
            <a:r>
              <a:rPr lang="en-US" dirty="0"/>
              <a:t>Project Scoping Document</a:t>
            </a:r>
          </a:p>
        </p:txBody>
      </p:sp>
      <p:sp>
        <p:nvSpPr>
          <p:cNvPr id="22" name="Shape 8"/>
          <p:cNvSpPr txBox="1">
            <a:spLocks noGrp="1"/>
          </p:cNvSpPr>
          <p:nvPr>
            <p:ph type="sldNum" idx="4"/>
          </p:nvPr>
        </p:nvSpPr>
        <p:spPr>
          <a:xfrm>
            <a:off x="8283600" y="4900628"/>
            <a:ext cx="548700" cy="17565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" sz="800" b="0" i="0" u="none" strike="noStrike" cap="none" smtClean="0">
                <a:solidFill>
                  <a:schemeClr val="bg2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fld id="{00000000-1234-1234-1234-123412341234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3833907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s With Headers (No Bar)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311700" y="284300"/>
            <a:ext cx="8520600" cy="572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Clr>
                <a:schemeClr val="accent5"/>
              </a:buClr>
              <a:buFont typeface="Segoe UI"/>
              <a:defRPr b="1">
                <a:solidFill>
                  <a:schemeClr val="tx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2pPr>
            <a:lvl3pPr lvl="2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3pPr>
            <a:lvl4pPr lvl="3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4pPr>
            <a:lvl5pPr lvl="4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5pPr>
            <a:lvl6pPr lvl="5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6pPr>
            <a:lvl7pPr lvl="6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7pPr>
            <a:lvl8pPr lvl="7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8pPr>
            <a:lvl9pPr lvl="8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9pPr>
          </a:lstStyle>
          <a:p>
            <a:endParaRPr dirty="0"/>
          </a:p>
        </p:txBody>
      </p:sp>
      <p:sp>
        <p:nvSpPr>
          <p:cNvPr id="24" name="Shape 24"/>
          <p:cNvSpPr txBox="1">
            <a:spLocks noGrp="1"/>
          </p:cNvSpPr>
          <p:nvPr>
            <p:ph type="body" idx="1"/>
          </p:nvPr>
        </p:nvSpPr>
        <p:spPr>
          <a:xfrm>
            <a:off x="311701" y="2049781"/>
            <a:ext cx="1527708" cy="2519094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0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8" name="Shape 24"/>
          <p:cNvSpPr txBox="1">
            <a:spLocks noGrp="1"/>
          </p:cNvSpPr>
          <p:nvPr>
            <p:ph type="body" idx="13"/>
          </p:nvPr>
        </p:nvSpPr>
        <p:spPr>
          <a:xfrm>
            <a:off x="2058301" y="2049781"/>
            <a:ext cx="1527708" cy="2519094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0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9" name="Shape 24"/>
          <p:cNvSpPr txBox="1">
            <a:spLocks noGrp="1"/>
          </p:cNvSpPr>
          <p:nvPr>
            <p:ph type="body" idx="14"/>
          </p:nvPr>
        </p:nvSpPr>
        <p:spPr>
          <a:xfrm>
            <a:off x="5551501" y="2049781"/>
            <a:ext cx="1527708" cy="2519094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0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10" name="Shape 24"/>
          <p:cNvSpPr txBox="1">
            <a:spLocks noGrp="1"/>
          </p:cNvSpPr>
          <p:nvPr>
            <p:ph type="body" idx="16"/>
          </p:nvPr>
        </p:nvSpPr>
        <p:spPr>
          <a:xfrm>
            <a:off x="3804901" y="2049781"/>
            <a:ext cx="1527708" cy="2519094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0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12" name="Shape 24"/>
          <p:cNvSpPr txBox="1">
            <a:spLocks noGrp="1"/>
          </p:cNvSpPr>
          <p:nvPr>
            <p:ph type="body" idx="17"/>
          </p:nvPr>
        </p:nvSpPr>
        <p:spPr>
          <a:xfrm>
            <a:off x="7298101" y="2049781"/>
            <a:ext cx="1527708" cy="2519094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0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311700" y="1501994"/>
            <a:ext cx="1527709" cy="400050"/>
          </a:xfrm>
        </p:spPr>
        <p:txBody>
          <a:bodyPr/>
          <a:lstStyle>
            <a:lvl1pPr algn="ctr">
              <a:defRPr sz="1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add Header</a:t>
            </a:r>
            <a:endParaRPr lang="en-SG" dirty="0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8" hasCustomPrompt="1"/>
          </p:nvPr>
        </p:nvSpPr>
        <p:spPr>
          <a:xfrm>
            <a:off x="2058300" y="1501994"/>
            <a:ext cx="1527709" cy="400050"/>
          </a:xfrm>
        </p:spPr>
        <p:txBody>
          <a:bodyPr/>
          <a:lstStyle>
            <a:lvl1pPr algn="ctr">
              <a:defRPr sz="1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add Header</a:t>
            </a:r>
            <a:endParaRPr lang="en-SG" dirty="0"/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9" hasCustomPrompt="1"/>
          </p:nvPr>
        </p:nvSpPr>
        <p:spPr>
          <a:xfrm>
            <a:off x="3804899" y="1501994"/>
            <a:ext cx="1527709" cy="400050"/>
          </a:xfrm>
        </p:spPr>
        <p:txBody>
          <a:bodyPr/>
          <a:lstStyle>
            <a:lvl1pPr algn="ctr">
              <a:defRPr sz="1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add Header</a:t>
            </a:r>
            <a:endParaRPr lang="en-SG" dirty="0"/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20" hasCustomPrompt="1"/>
          </p:nvPr>
        </p:nvSpPr>
        <p:spPr>
          <a:xfrm>
            <a:off x="5551498" y="1501994"/>
            <a:ext cx="1527709" cy="400050"/>
          </a:xfrm>
        </p:spPr>
        <p:txBody>
          <a:bodyPr/>
          <a:lstStyle>
            <a:lvl1pPr algn="ctr">
              <a:defRPr sz="1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add Header</a:t>
            </a:r>
            <a:endParaRPr lang="en-SG" dirty="0"/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21" hasCustomPrompt="1"/>
          </p:nvPr>
        </p:nvSpPr>
        <p:spPr>
          <a:xfrm>
            <a:off x="7298099" y="1501994"/>
            <a:ext cx="1527709" cy="400050"/>
          </a:xfrm>
        </p:spPr>
        <p:txBody>
          <a:bodyPr/>
          <a:lstStyle>
            <a:lvl1pPr algn="ctr">
              <a:defRPr sz="1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add Header</a:t>
            </a:r>
            <a:endParaRPr lang="en-SG" dirty="0"/>
          </a:p>
        </p:txBody>
      </p:sp>
      <p:sp>
        <p:nvSpPr>
          <p:cNvPr id="18" name="Footer Placeholder 2"/>
          <p:cNvSpPr>
            <a:spLocks noGrp="1"/>
          </p:cNvSpPr>
          <p:nvPr>
            <p:ph type="ftr" sz="quarter" idx="22"/>
          </p:nvPr>
        </p:nvSpPr>
        <p:spPr>
          <a:xfrm>
            <a:off x="311700" y="4880734"/>
            <a:ext cx="1690965" cy="215444"/>
          </a:xfrm>
        </p:spPr>
        <p:txBody>
          <a:bodyPr/>
          <a:lstStyle/>
          <a:p>
            <a:r>
              <a:rPr lang="en-US" dirty="0"/>
              <a:t>Project Scoping Document</a:t>
            </a:r>
          </a:p>
        </p:txBody>
      </p:sp>
      <p:sp>
        <p:nvSpPr>
          <p:cNvPr id="19" name="Shape 8"/>
          <p:cNvSpPr txBox="1">
            <a:spLocks noGrp="1"/>
          </p:cNvSpPr>
          <p:nvPr>
            <p:ph type="sldNum" idx="4"/>
          </p:nvPr>
        </p:nvSpPr>
        <p:spPr>
          <a:xfrm>
            <a:off x="8283600" y="4900628"/>
            <a:ext cx="548700" cy="17565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" sz="800" b="0" i="0" u="none" strike="noStrike" cap="none" smtClean="0">
                <a:solidFill>
                  <a:schemeClr val="bg2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fld id="{00000000-1234-1234-1234-123412341234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93557433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311700" y="284299"/>
            <a:ext cx="2736300" cy="2332885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Clr>
                <a:schemeClr val="accent5"/>
              </a:buClr>
              <a:buFont typeface="Segoe UI"/>
              <a:defRPr b="1">
                <a:solidFill>
                  <a:schemeClr val="tx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2pPr>
            <a:lvl3pPr lvl="2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3pPr>
            <a:lvl4pPr lvl="3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4pPr>
            <a:lvl5pPr lvl="4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5pPr>
            <a:lvl6pPr lvl="5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6pPr>
            <a:lvl7pPr lvl="6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7pPr>
            <a:lvl8pPr lvl="7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8pPr>
            <a:lvl9pPr lvl="8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9pPr>
          </a:lstStyle>
          <a:p>
            <a:endParaRPr dirty="0"/>
          </a:p>
        </p:txBody>
      </p:sp>
      <p:sp>
        <p:nvSpPr>
          <p:cNvPr id="24" name="Shape 24"/>
          <p:cNvSpPr txBox="1">
            <a:spLocks noGrp="1"/>
          </p:cNvSpPr>
          <p:nvPr>
            <p:ph type="body" idx="1"/>
          </p:nvPr>
        </p:nvSpPr>
        <p:spPr>
          <a:xfrm>
            <a:off x="311700" y="2948939"/>
            <a:ext cx="2736300" cy="1619935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4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3444875" y="0"/>
            <a:ext cx="5699125" cy="5143500"/>
          </a:xfrm>
        </p:spPr>
        <p:txBody>
          <a:bodyPr/>
          <a:lstStyle/>
          <a:p>
            <a:endParaRPr lang="en-SG" dirty="0"/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12"/>
          </p:nvPr>
        </p:nvSpPr>
        <p:spPr>
          <a:xfrm>
            <a:off x="311700" y="4880734"/>
            <a:ext cx="1690965" cy="215444"/>
          </a:xfrm>
        </p:spPr>
        <p:txBody>
          <a:bodyPr/>
          <a:lstStyle/>
          <a:p>
            <a:r>
              <a:rPr lang="en-US" dirty="0"/>
              <a:t>Project Scoping Document</a:t>
            </a:r>
          </a:p>
        </p:txBody>
      </p:sp>
      <p:sp>
        <p:nvSpPr>
          <p:cNvPr id="8" name="Shape 8"/>
          <p:cNvSpPr txBox="1">
            <a:spLocks noGrp="1"/>
          </p:cNvSpPr>
          <p:nvPr>
            <p:ph type="sldNum" idx="4"/>
          </p:nvPr>
        </p:nvSpPr>
        <p:spPr>
          <a:xfrm>
            <a:off x="2393189" y="4900628"/>
            <a:ext cx="548700" cy="17565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" sz="800" b="0" i="0" u="none" strike="noStrike" cap="none" smtClean="0">
                <a:solidFill>
                  <a:schemeClr val="bg2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fld id="{00000000-1234-1234-1234-123412341234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73228101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 For Explanatio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260300" cy="3416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8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868214" y="0"/>
            <a:ext cx="4275786" cy="5143500"/>
          </a:xfrm>
        </p:spPr>
        <p:txBody>
          <a:bodyPr/>
          <a:lstStyle/>
          <a:p>
            <a:endParaRPr lang="en-SG" dirty="0"/>
          </a:p>
        </p:txBody>
      </p:sp>
      <p:sp>
        <p:nvSpPr>
          <p:cNvPr id="7" name="Shape 23"/>
          <p:cNvSpPr txBox="1">
            <a:spLocks noGrp="1"/>
          </p:cNvSpPr>
          <p:nvPr>
            <p:ph type="title"/>
          </p:nvPr>
        </p:nvSpPr>
        <p:spPr>
          <a:xfrm>
            <a:off x="311700" y="284300"/>
            <a:ext cx="4260300" cy="572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Clr>
                <a:schemeClr val="accent5"/>
              </a:buClr>
              <a:buFont typeface="Segoe UI"/>
              <a:defRPr b="1">
                <a:solidFill>
                  <a:schemeClr val="tx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2pPr>
            <a:lvl3pPr lvl="2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3pPr>
            <a:lvl4pPr lvl="3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4pPr>
            <a:lvl5pPr lvl="4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5pPr>
            <a:lvl6pPr lvl="5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6pPr>
            <a:lvl7pPr lvl="6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7pPr>
            <a:lvl8pPr lvl="7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8pPr>
            <a:lvl9pPr lvl="8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9pPr>
          </a:lstStyle>
          <a:p>
            <a:endParaRPr dirty="0"/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2"/>
          </p:nvPr>
        </p:nvSpPr>
        <p:spPr>
          <a:xfrm>
            <a:off x="311700" y="4880734"/>
            <a:ext cx="1690965" cy="215444"/>
          </a:xfrm>
        </p:spPr>
        <p:txBody>
          <a:bodyPr/>
          <a:lstStyle/>
          <a:p>
            <a:r>
              <a:rPr lang="en-US" dirty="0"/>
              <a:t>Project Scoping Document</a:t>
            </a:r>
          </a:p>
        </p:txBody>
      </p:sp>
      <p:sp>
        <p:nvSpPr>
          <p:cNvPr id="11" name="Shape 8"/>
          <p:cNvSpPr txBox="1">
            <a:spLocks noGrp="1"/>
          </p:cNvSpPr>
          <p:nvPr>
            <p:ph type="sldNum" idx="4"/>
          </p:nvPr>
        </p:nvSpPr>
        <p:spPr>
          <a:xfrm>
            <a:off x="2393189" y="4900628"/>
            <a:ext cx="548700" cy="17565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" sz="800" b="0" i="0" u="none" strike="noStrike" cap="none" smtClean="0">
                <a:solidFill>
                  <a:schemeClr val="bg2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fld id="{00000000-1234-1234-1234-123412341234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65426335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Lef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5699125" cy="5143500"/>
          </a:xfrm>
        </p:spPr>
        <p:txBody>
          <a:bodyPr/>
          <a:lstStyle/>
          <a:p>
            <a:endParaRPr lang="en-SG" dirty="0"/>
          </a:p>
        </p:txBody>
      </p:sp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6138179" y="284299"/>
            <a:ext cx="2736300" cy="2332885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Clr>
                <a:schemeClr val="accent5"/>
              </a:buClr>
              <a:buFont typeface="Segoe UI"/>
              <a:defRPr b="1">
                <a:solidFill>
                  <a:schemeClr val="tx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2pPr>
            <a:lvl3pPr lvl="2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3pPr>
            <a:lvl4pPr lvl="3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4pPr>
            <a:lvl5pPr lvl="4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5pPr>
            <a:lvl6pPr lvl="5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6pPr>
            <a:lvl7pPr lvl="6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7pPr>
            <a:lvl8pPr lvl="7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8pPr>
            <a:lvl9pPr lvl="8" rtl="0">
              <a:spcBef>
                <a:spcPts val="0"/>
              </a:spcBef>
              <a:buClr>
                <a:srgbClr val="FD7016"/>
              </a:buClr>
              <a:defRPr>
                <a:solidFill>
                  <a:srgbClr val="FD7016"/>
                </a:solidFill>
              </a:defRPr>
            </a:lvl9pPr>
          </a:lstStyle>
          <a:p>
            <a:endParaRPr dirty="0"/>
          </a:p>
        </p:txBody>
      </p:sp>
      <p:sp>
        <p:nvSpPr>
          <p:cNvPr id="24" name="Shape 24"/>
          <p:cNvSpPr txBox="1">
            <a:spLocks noGrp="1"/>
          </p:cNvSpPr>
          <p:nvPr>
            <p:ph type="body" idx="1"/>
          </p:nvPr>
        </p:nvSpPr>
        <p:spPr>
          <a:xfrm>
            <a:off x="6138179" y="2948939"/>
            <a:ext cx="2736300" cy="1619935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buFont typeface="Segoe UI"/>
              <a:defRPr sz="1400"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SzPct val="100000"/>
              <a:buFont typeface="Segoe UI"/>
              <a:defRPr sz="1200"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12"/>
          </p:nvPr>
        </p:nvSpPr>
        <p:spPr>
          <a:xfrm>
            <a:off x="6480680" y="4880734"/>
            <a:ext cx="1690965" cy="215444"/>
          </a:xfrm>
        </p:spPr>
        <p:txBody>
          <a:bodyPr/>
          <a:lstStyle/>
          <a:p>
            <a:r>
              <a:rPr lang="en-US" dirty="0"/>
              <a:t>Project Scoping Document</a:t>
            </a:r>
          </a:p>
        </p:txBody>
      </p:sp>
      <p:sp>
        <p:nvSpPr>
          <p:cNvPr id="8" name="Shape 8"/>
          <p:cNvSpPr txBox="1">
            <a:spLocks noGrp="1"/>
          </p:cNvSpPr>
          <p:nvPr>
            <p:ph type="sldNum" idx="4"/>
          </p:nvPr>
        </p:nvSpPr>
        <p:spPr>
          <a:xfrm>
            <a:off x="8325779" y="4900628"/>
            <a:ext cx="548700" cy="17565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" sz="800" b="0" i="0" u="none" strike="noStrike" cap="none" smtClean="0">
                <a:solidFill>
                  <a:schemeClr val="bg2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fld id="{00000000-1234-1234-1234-123412341234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5923850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>
            <a:off x="311700" y="2843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Clr>
                <a:schemeClr val="dk1"/>
              </a:buClr>
              <a:buSzPct val="100000"/>
              <a:buFont typeface="Segoe UI"/>
              <a:buNone/>
              <a:defRPr sz="2800" b="1">
                <a:solidFill>
                  <a:schemeClr val="dk1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spcBef>
                <a:spcPts val="0"/>
              </a:spcBef>
              <a:buClr>
                <a:schemeClr val="dk1"/>
              </a:buClr>
              <a:buSzPct val="100000"/>
              <a:buFont typeface="Segoe UI"/>
              <a:buNone/>
              <a:defRPr sz="2800">
                <a:solidFill>
                  <a:schemeClr val="dk1"/>
                </a:solidFill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spcBef>
                <a:spcPts val="0"/>
              </a:spcBef>
              <a:buClr>
                <a:schemeClr val="dk1"/>
              </a:buClr>
              <a:buSzPct val="100000"/>
              <a:buFont typeface="Segoe UI"/>
              <a:buNone/>
              <a:defRPr sz="2800">
                <a:solidFill>
                  <a:schemeClr val="dk1"/>
                </a:solidFill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spcBef>
                <a:spcPts val="0"/>
              </a:spcBef>
              <a:buClr>
                <a:schemeClr val="dk1"/>
              </a:buClr>
              <a:buSzPct val="100000"/>
              <a:buFont typeface="Segoe UI"/>
              <a:buNone/>
              <a:defRPr sz="2800">
                <a:solidFill>
                  <a:schemeClr val="dk1"/>
                </a:solidFill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spcBef>
                <a:spcPts val="0"/>
              </a:spcBef>
              <a:buClr>
                <a:schemeClr val="dk1"/>
              </a:buClr>
              <a:buSzPct val="100000"/>
              <a:buFont typeface="Segoe UI"/>
              <a:buNone/>
              <a:defRPr sz="2800">
                <a:solidFill>
                  <a:schemeClr val="dk1"/>
                </a:solidFill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spcBef>
                <a:spcPts val="0"/>
              </a:spcBef>
              <a:buClr>
                <a:schemeClr val="dk1"/>
              </a:buClr>
              <a:buSzPct val="100000"/>
              <a:buFont typeface="Segoe UI"/>
              <a:buNone/>
              <a:defRPr sz="2800">
                <a:solidFill>
                  <a:schemeClr val="dk1"/>
                </a:solidFill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spcBef>
                <a:spcPts val="0"/>
              </a:spcBef>
              <a:buClr>
                <a:schemeClr val="dk1"/>
              </a:buClr>
              <a:buSzPct val="100000"/>
              <a:buFont typeface="Segoe UI"/>
              <a:buNone/>
              <a:defRPr sz="2800">
                <a:solidFill>
                  <a:schemeClr val="dk1"/>
                </a:solidFill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spcBef>
                <a:spcPts val="0"/>
              </a:spcBef>
              <a:buClr>
                <a:schemeClr val="dk1"/>
              </a:buClr>
              <a:buSzPct val="100000"/>
              <a:buFont typeface="Segoe UI"/>
              <a:buNone/>
              <a:defRPr sz="2800">
                <a:solidFill>
                  <a:schemeClr val="dk1"/>
                </a:solidFill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spcBef>
                <a:spcPts val="0"/>
              </a:spcBef>
              <a:buClr>
                <a:schemeClr val="dk1"/>
              </a:buClr>
              <a:buSzPct val="100000"/>
              <a:buFont typeface="Segoe UI"/>
              <a:buNone/>
              <a:defRPr sz="2800">
                <a:solidFill>
                  <a:schemeClr val="dk1"/>
                </a:solidFill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buFont typeface="Segoe UI"/>
              <a:defRPr sz="1800">
                <a:solidFill>
                  <a:schemeClr val="dk2"/>
                </a:solidFill>
                <a:latin typeface="Segoe UI"/>
                <a:ea typeface="Segoe UI"/>
                <a:cs typeface="Segoe UI"/>
                <a:sym typeface="Segoe UI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Segoe UI"/>
              <a:defRPr>
                <a:solidFill>
                  <a:schemeClr val="dk2"/>
                </a:solidFill>
                <a:latin typeface="Segoe UI"/>
                <a:ea typeface="Segoe UI"/>
                <a:cs typeface="Segoe UI"/>
                <a:sym typeface="Segoe UI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Segoe UI"/>
              <a:defRPr>
                <a:solidFill>
                  <a:schemeClr val="dk2"/>
                </a:solidFill>
                <a:latin typeface="Segoe UI"/>
                <a:ea typeface="Segoe UI"/>
                <a:cs typeface="Segoe UI"/>
                <a:sym typeface="Segoe UI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Segoe UI"/>
              <a:defRPr>
                <a:solidFill>
                  <a:schemeClr val="dk2"/>
                </a:solidFill>
                <a:latin typeface="Segoe UI"/>
                <a:ea typeface="Segoe UI"/>
                <a:cs typeface="Segoe UI"/>
                <a:sym typeface="Segoe UI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Segoe UI"/>
              <a:defRPr>
                <a:solidFill>
                  <a:schemeClr val="dk2"/>
                </a:solidFill>
                <a:latin typeface="Segoe UI"/>
                <a:ea typeface="Segoe UI"/>
                <a:cs typeface="Segoe UI"/>
                <a:sym typeface="Segoe UI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Segoe UI"/>
              <a:defRPr>
                <a:solidFill>
                  <a:schemeClr val="dk2"/>
                </a:solidFill>
                <a:latin typeface="Segoe UI"/>
                <a:ea typeface="Segoe UI"/>
                <a:cs typeface="Segoe UI"/>
                <a:sym typeface="Segoe UI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Segoe UI"/>
              <a:defRPr>
                <a:solidFill>
                  <a:schemeClr val="dk2"/>
                </a:solidFill>
                <a:latin typeface="Segoe UI"/>
                <a:ea typeface="Segoe UI"/>
                <a:cs typeface="Segoe UI"/>
                <a:sym typeface="Segoe UI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Segoe UI"/>
              <a:defRPr>
                <a:solidFill>
                  <a:schemeClr val="dk2"/>
                </a:solidFill>
                <a:latin typeface="Segoe UI"/>
                <a:ea typeface="Segoe UI"/>
                <a:cs typeface="Segoe UI"/>
                <a:sym typeface="Segoe UI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Segoe UI"/>
              <a:defRPr>
                <a:solidFill>
                  <a:schemeClr val="dk2"/>
                </a:solidFill>
                <a:latin typeface="Segoe UI"/>
                <a:ea typeface="Segoe UI"/>
                <a:cs typeface="Segoe UI"/>
                <a:sym typeface="Segoe UI"/>
              </a:defRPr>
            </a:lvl9pPr>
          </a:lstStyle>
          <a:p>
            <a:endParaRPr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311700" y="4880734"/>
            <a:ext cx="19549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SG" sz="800" dirty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Project Scoping Document</a:t>
            </a:r>
          </a:p>
        </p:txBody>
      </p:sp>
      <p:sp>
        <p:nvSpPr>
          <p:cNvPr id="9" name="Shape 8"/>
          <p:cNvSpPr txBox="1">
            <a:spLocks noGrp="1"/>
          </p:cNvSpPr>
          <p:nvPr>
            <p:ph type="sldNum" idx="4"/>
          </p:nvPr>
        </p:nvSpPr>
        <p:spPr>
          <a:xfrm>
            <a:off x="8283600" y="4900628"/>
            <a:ext cx="548700" cy="17565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" sz="800" b="0" i="0" u="none" strike="noStrike" cap="none" smtClean="0">
                <a:solidFill>
                  <a:schemeClr val="bg2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fld id="{00000000-1234-1234-1234-123412341234}" type="slidenum">
              <a:rPr lang="en-SG" smtClean="0"/>
              <a:pPr/>
              <a:t>‹#›</a:t>
            </a:fld>
            <a:endParaRPr lang="en-SG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  <p:sldLayoutId id="2147483676" r:id="rId2"/>
    <p:sldLayoutId id="2147483669" r:id="rId3"/>
    <p:sldLayoutId id="2147483701" r:id="rId4"/>
    <p:sldLayoutId id="2147483660" r:id="rId5"/>
    <p:sldLayoutId id="2147483674" r:id="rId6"/>
    <p:sldLayoutId id="2147483692" r:id="rId7"/>
    <p:sldLayoutId id="2147483672" r:id="rId8"/>
    <p:sldLayoutId id="2147483681" r:id="rId9"/>
    <p:sldLayoutId id="2147483696" r:id="rId10"/>
    <p:sldLayoutId id="2147483699" r:id="rId11"/>
    <p:sldLayoutId id="2147483686" r:id="rId12"/>
    <p:sldLayoutId id="2147483698" r:id="rId13"/>
    <p:sldLayoutId id="2147483697" r:id="rId14"/>
    <p:sldLayoutId id="2147483687" r:id="rId15"/>
    <p:sldLayoutId id="2147483700" r:id="rId16"/>
    <p:sldLayoutId id="2147483665" r:id="rId17"/>
    <p:sldLayoutId id="2147483689" r:id="rId18"/>
    <p:sldLayoutId id="2147483693" r:id="rId19"/>
    <p:sldLayoutId id="2147483691" r:id="rId20"/>
    <p:sldLayoutId id="2147483662" r:id="rId21"/>
    <p:sldLayoutId id="2147483668" r:id="rId22"/>
    <p:sldLayoutId id="2147483670" r:id="rId23"/>
    <p:sldLayoutId id="2147483695" r:id="rId24"/>
    <p:sldLayoutId id="2147483679" r:id="rId25"/>
    <p:sldLayoutId id="2147483694" r:id="rId26"/>
    <p:sldLayoutId id="2147483671" r:id="rId27"/>
    <p:sldLayoutId id="2147483680" r:id="rId28"/>
    <p:sldLayoutId id="2147483677" r:id="rId29"/>
    <p:sldLayoutId id="2147483690" r:id="rId30"/>
    <p:sldLayoutId id="2147483678" r:id="rId31"/>
    <p:sldLayoutId id="2147483666" r:id="rId32"/>
    <p:sldLayoutId id="2147483688" r:id="rId33"/>
    <p:sldLayoutId id="2147483667" r:id="rId34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1" i="0" u="none" strike="noStrike" cap="none">
          <a:solidFill>
            <a:srgbClr val="000000"/>
          </a:solidFill>
          <a:latin typeface="Segoe UI"/>
          <a:ea typeface="Segoe UI"/>
          <a:cs typeface="Segoe UI"/>
          <a:sym typeface="Segoe UI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Segoe UI"/>
          <a:ea typeface="Segoe UI"/>
          <a:cs typeface="Segoe UI"/>
          <a:sym typeface="Segoe UI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Segoe UI"/>
          <a:ea typeface="Segoe UI"/>
          <a:cs typeface="Segoe UI"/>
          <a:sym typeface="Segoe UI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Segoe UI"/>
          <a:ea typeface="Segoe UI"/>
          <a:cs typeface="Segoe UI"/>
          <a:sym typeface="Segoe UI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Segoe UI"/>
          <a:ea typeface="Segoe UI"/>
          <a:cs typeface="Segoe UI"/>
          <a:sym typeface="Segoe UI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Segoe UI"/>
          <a:ea typeface="Segoe UI"/>
          <a:cs typeface="Segoe UI"/>
          <a:sym typeface="Segoe UI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Segoe UI"/>
          <a:ea typeface="Segoe UI"/>
          <a:cs typeface="Segoe UI"/>
          <a:sym typeface="Segoe UI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Segoe UI"/>
          <a:ea typeface="Segoe UI"/>
          <a:cs typeface="Segoe UI"/>
          <a:sym typeface="Segoe UI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Segoe UI"/>
          <a:ea typeface="Segoe UI"/>
          <a:cs typeface="Segoe UI"/>
          <a:sym typeface="Segoe UI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Segoe UI"/>
          <a:ea typeface="Segoe UI"/>
          <a:cs typeface="Segoe UI"/>
          <a:sym typeface="Segoe UI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Segoe UI"/>
          <a:ea typeface="Segoe UI"/>
          <a:cs typeface="Segoe UI"/>
          <a:sym typeface="Segoe UI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Segoe UI"/>
          <a:ea typeface="Segoe UI"/>
          <a:cs typeface="Segoe UI"/>
          <a:sym typeface="Segoe UI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Segoe UI"/>
          <a:ea typeface="Segoe UI"/>
          <a:cs typeface="Segoe UI"/>
          <a:sym typeface="Segoe UI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Segoe UI"/>
          <a:ea typeface="Segoe UI"/>
          <a:cs typeface="Segoe UI"/>
          <a:sym typeface="Segoe UI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Segoe UI"/>
          <a:ea typeface="Segoe UI"/>
          <a:cs typeface="Segoe UI"/>
          <a:sym typeface="Segoe UI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Segoe UI"/>
          <a:ea typeface="Segoe UI"/>
          <a:cs typeface="Segoe UI"/>
          <a:sym typeface="Segoe UI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Segoe UI"/>
          <a:ea typeface="Segoe UI"/>
          <a:cs typeface="Segoe UI"/>
          <a:sym typeface="Segoe UI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Segoe UI"/>
          <a:ea typeface="Segoe UI"/>
          <a:cs typeface="Segoe UI"/>
          <a:sym typeface="Segoe UI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Segoe UI"/>
          <a:ea typeface="Segoe UI"/>
          <a:cs typeface="Segoe UI"/>
          <a:sym typeface="Segoe U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0" dirty="0"/>
              <a:t>Problem Statement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00000000-1234-1234-1234-123412341234}" type="slidenum">
              <a:rPr lang="en-SG" smtClean="0"/>
              <a:pPr/>
              <a:t>1</a:t>
            </a:fld>
            <a:endParaRPr lang="en-SG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3371343" y="1856356"/>
            <a:ext cx="5555700" cy="148536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Can graph theory find patterns in the property market that standard statistics might miss?</a:t>
            </a:r>
            <a:endParaRPr lang="en-SG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6585FE9-F236-43F0-85F1-32BF4936BCE1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2686" y="1436775"/>
            <a:ext cx="2412123" cy="2412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9800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0" dirty="0"/>
              <a:t>Data available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00000000-1234-1234-1234-123412341234}" type="slidenum">
              <a:rPr lang="en-SG" smtClean="0"/>
              <a:pPr/>
              <a:t>2</a:t>
            </a:fld>
            <a:endParaRPr lang="en-SG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3155494" y="1097320"/>
            <a:ext cx="5555700" cy="3803308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Resale flat price data from HDB dating from Jan 2017 to Sept 2020, with about 80k entries.</a:t>
            </a:r>
            <a:endParaRPr lang="en-SG" dirty="0">
              <a:solidFill>
                <a:schemeClr val="tx1"/>
              </a:solidFill>
            </a:endParaRPr>
          </a:p>
          <a:p>
            <a:r>
              <a:rPr lang="en-SG" dirty="0">
                <a:solidFill>
                  <a:schemeClr val="tx1"/>
                </a:solidFill>
              </a:rPr>
              <a:t>Examples of information included: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SG" dirty="0">
                <a:solidFill>
                  <a:schemeClr val="tx1"/>
                </a:solidFill>
              </a:rPr>
              <a:t>Year and month the transaction was registered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Floor area	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Flat type	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Remaining lease	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Resale price and others.</a:t>
            </a:r>
          </a:p>
          <a:p>
            <a:endParaRPr lang="en-SG" dirty="0"/>
          </a:p>
          <a:p>
            <a:endParaRPr lang="en-SG" dirty="0"/>
          </a:p>
          <a:p>
            <a:r>
              <a:rPr lang="en-SG" dirty="0"/>
              <a:t>&lt;</a:t>
            </a:r>
            <a:r>
              <a:rPr lang="en-US" dirty="0"/>
              <a:t>Please provide a data dictionary and a sample set of the data</a:t>
            </a:r>
            <a:r>
              <a:rPr lang="en-US" b="1" dirty="0"/>
              <a:t>*</a:t>
            </a:r>
            <a:r>
              <a:rPr lang="en-SG" dirty="0"/>
              <a:t>&gt;</a:t>
            </a:r>
          </a:p>
          <a:p>
            <a:endParaRPr lang="en-SG" dirty="0"/>
          </a:p>
          <a:p>
            <a:endParaRPr lang="en-SG" dirty="0"/>
          </a:p>
          <a:p>
            <a:endParaRPr lang="en-SG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0B108BB-ADA2-429F-963F-FFB35276F229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8690" y="1436775"/>
            <a:ext cx="2412123" cy="2412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576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Proposed solution</a:t>
            </a:r>
            <a:endParaRPr lang="en-SG" b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00000000-1234-1234-1234-123412341234}" type="slidenum">
              <a:rPr lang="en-SG" smtClean="0"/>
              <a:pPr/>
              <a:t>3</a:t>
            </a:fld>
            <a:endParaRPr lang="en-SG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3276600" y="1214707"/>
            <a:ext cx="5555700" cy="3332355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Graph schema: </a:t>
            </a:r>
            <a:r>
              <a:rPr lang="en-US" dirty="0">
                <a:solidFill>
                  <a:schemeClr val="tx1"/>
                </a:solidFill>
              </a:rPr>
              <a:t>undirected and unweighted </a:t>
            </a:r>
          </a:p>
          <a:p>
            <a:r>
              <a:rPr lang="en-US" b="1" dirty="0">
                <a:solidFill>
                  <a:schemeClr val="tx1"/>
                </a:solidFill>
              </a:rPr>
              <a:t>Nodes: </a:t>
            </a:r>
            <a:r>
              <a:rPr lang="en-US" dirty="0">
                <a:solidFill>
                  <a:schemeClr val="tx1"/>
                </a:solidFill>
              </a:rPr>
              <a:t>Individual property listings </a:t>
            </a:r>
            <a:endParaRPr lang="en-SG" dirty="0">
              <a:solidFill>
                <a:schemeClr val="tx1"/>
              </a:solidFill>
            </a:endParaRPr>
          </a:p>
          <a:p>
            <a:r>
              <a:rPr lang="en-SG" b="1" dirty="0">
                <a:solidFill>
                  <a:schemeClr val="tx1"/>
                </a:solidFill>
              </a:rPr>
              <a:t>Edges: </a:t>
            </a:r>
            <a:r>
              <a:rPr lang="en-US" dirty="0">
                <a:solidFill>
                  <a:schemeClr val="tx1"/>
                </a:solidFill>
              </a:rPr>
              <a:t>Same and similar attributes (same town, same flat type, similar floor area, similar resale price).  </a:t>
            </a:r>
          </a:p>
          <a:p>
            <a:r>
              <a:rPr lang="en-US" b="1" dirty="0">
                <a:solidFill>
                  <a:schemeClr val="tx1"/>
                </a:solidFill>
              </a:rPr>
              <a:t>To find out: </a:t>
            </a:r>
            <a:r>
              <a:rPr lang="en-US" dirty="0">
                <a:solidFill>
                  <a:schemeClr val="tx1"/>
                </a:solidFill>
              </a:rPr>
              <a:t>“hubs” - listings that connect many others (price benchmarks, dominant flat types).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Without these hubs, price benchmarking is compromised.</a:t>
            </a:r>
            <a:endParaRPr lang="en-SG" dirty="0">
              <a:solidFill>
                <a:schemeClr val="tx1"/>
              </a:solidFill>
            </a:endParaRPr>
          </a:p>
          <a:p>
            <a:endParaRPr lang="en-SG" dirty="0"/>
          </a:p>
          <a:p>
            <a:endParaRPr lang="en-SG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EE714D-EDCF-2999-BD45-45F82EB1B0FD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8690" y="1436775"/>
            <a:ext cx="2412123" cy="2412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6987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F01A0-EA29-D622-CA2E-06EAD051F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0302ADA-819A-2C01-2D0B-6D4D49854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2000" b="0" dirty="0"/>
              <a:t>Sparse connections: Properties connect within their own circles</a:t>
            </a:r>
            <a:endParaRPr lang="en-SG" sz="2000" b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A93D96-29C4-17F8-C7DA-88388CA6E40E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00000000-1234-1234-1234-123412341234}" type="slidenum">
              <a:rPr lang="en-SG" smtClean="0"/>
              <a:pPr/>
              <a:t>4</a:t>
            </a:fld>
            <a:endParaRPr lang="en-SG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9074768-649E-80AD-D1D4-ECBA21EDAE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00" y="999255"/>
            <a:ext cx="6066487" cy="375911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9D8A78F-6B77-9838-2635-43168CCF8B7A}"/>
              </a:ext>
            </a:extLst>
          </p:cNvPr>
          <p:cNvSpPr txBox="1"/>
          <p:nvPr/>
        </p:nvSpPr>
        <p:spPr>
          <a:xfrm>
            <a:off x="6378187" y="1113299"/>
            <a:ext cx="2454113" cy="24673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</a:pPr>
            <a:r>
              <a:rPr lang="en-US" b="0" i="0" dirty="0">
                <a:solidFill>
                  <a:schemeClr val="tx1"/>
                </a:solidFill>
                <a:effectLst/>
                <a:latin typeface="+mn-lt"/>
              </a:rPr>
              <a:t>Most listings don't connect to most other listings.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</a:pPr>
            <a:r>
              <a:rPr lang="en-US" b="0" i="0" dirty="0">
                <a:solidFill>
                  <a:schemeClr val="tx1"/>
                </a:solidFill>
                <a:effectLst/>
                <a:latin typeface="+mn-lt"/>
              </a:rPr>
              <a:t>The market is </a:t>
            </a:r>
            <a:r>
              <a:rPr lang="en-US" b="1" i="0" dirty="0">
                <a:solidFill>
                  <a:schemeClr val="tx1"/>
                </a:solidFill>
                <a:effectLst/>
                <a:latin typeface="+mn-lt"/>
              </a:rPr>
              <a:t>highly segmented</a:t>
            </a:r>
            <a:r>
              <a:rPr lang="en-US" b="0" i="0" dirty="0">
                <a:solidFill>
                  <a:schemeClr val="tx1"/>
                </a:solidFill>
                <a:effectLst/>
                <a:latin typeface="+mn-lt"/>
              </a:rPr>
              <a:t> by criteria (town, flat type, floor area, price).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</a:pPr>
            <a:r>
              <a:rPr lang="en-US" b="0" i="0" dirty="0">
                <a:solidFill>
                  <a:schemeClr val="tx1"/>
                </a:solidFill>
                <a:effectLst/>
                <a:latin typeface="+mn-lt"/>
              </a:rPr>
              <a:t>Properties are only comparable to a small subset of similar properties.</a:t>
            </a:r>
          </a:p>
        </p:txBody>
      </p:sp>
    </p:spTree>
    <p:extLst>
      <p:ext uri="{BB962C8B-B14F-4D97-AF65-F5344CB8AC3E}">
        <p14:creationId xmlns:p14="http://schemas.microsoft.com/office/powerpoint/2010/main" val="11957303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AF9E1-B18A-78BF-C6FA-20AC48491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Hubs detected</a:t>
            </a:r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150EB1-54EB-491D-D699-CFAAEEB20928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00000000-1234-1234-1234-123412341234}" type="slidenum">
              <a:rPr lang="en-SG" smtClean="0"/>
              <a:pPr/>
              <a:t>5</a:t>
            </a:fld>
            <a:endParaRPr lang="en-SG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B321F79-17F4-6598-642C-6952B5599B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3147910"/>
              </p:ext>
            </p:extLst>
          </p:nvPr>
        </p:nvGraphicFramePr>
        <p:xfrm>
          <a:off x="361601" y="1056765"/>
          <a:ext cx="8420797" cy="2888996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1202971">
                  <a:extLst>
                    <a:ext uri="{9D8B030D-6E8A-4147-A177-3AD203B41FA5}">
                      <a16:colId xmlns:a16="http://schemas.microsoft.com/office/drawing/2014/main" val="1976745022"/>
                    </a:ext>
                  </a:extLst>
                </a:gridCol>
                <a:gridCol w="1202971">
                  <a:extLst>
                    <a:ext uri="{9D8B030D-6E8A-4147-A177-3AD203B41FA5}">
                      <a16:colId xmlns:a16="http://schemas.microsoft.com/office/drawing/2014/main" val="3545215078"/>
                    </a:ext>
                  </a:extLst>
                </a:gridCol>
                <a:gridCol w="1202971">
                  <a:extLst>
                    <a:ext uri="{9D8B030D-6E8A-4147-A177-3AD203B41FA5}">
                      <a16:colId xmlns:a16="http://schemas.microsoft.com/office/drawing/2014/main" val="3582974769"/>
                    </a:ext>
                  </a:extLst>
                </a:gridCol>
                <a:gridCol w="1202971">
                  <a:extLst>
                    <a:ext uri="{9D8B030D-6E8A-4147-A177-3AD203B41FA5}">
                      <a16:colId xmlns:a16="http://schemas.microsoft.com/office/drawing/2014/main" val="1072944167"/>
                    </a:ext>
                  </a:extLst>
                </a:gridCol>
                <a:gridCol w="1202971">
                  <a:extLst>
                    <a:ext uri="{9D8B030D-6E8A-4147-A177-3AD203B41FA5}">
                      <a16:colId xmlns:a16="http://schemas.microsoft.com/office/drawing/2014/main" val="3814309874"/>
                    </a:ext>
                  </a:extLst>
                </a:gridCol>
                <a:gridCol w="1202971">
                  <a:extLst>
                    <a:ext uri="{9D8B030D-6E8A-4147-A177-3AD203B41FA5}">
                      <a16:colId xmlns:a16="http://schemas.microsoft.com/office/drawing/2014/main" val="438397181"/>
                    </a:ext>
                  </a:extLst>
                </a:gridCol>
                <a:gridCol w="1202971">
                  <a:extLst>
                    <a:ext uri="{9D8B030D-6E8A-4147-A177-3AD203B41FA5}">
                      <a16:colId xmlns:a16="http://schemas.microsoft.com/office/drawing/2014/main" val="12988118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j-lt"/>
                        </a:rPr>
                        <a:t>Date</a:t>
                      </a:r>
                      <a:endParaRPr lang="en-SG" sz="14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j-lt"/>
                        </a:rPr>
                        <a:t>Town</a:t>
                      </a:r>
                      <a:endParaRPr lang="en-SG" sz="14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j-lt"/>
                        </a:rPr>
                        <a:t>Flat Type</a:t>
                      </a:r>
                      <a:endParaRPr lang="en-SG" sz="14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j-lt"/>
                        </a:rPr>
                        <a:t>Block</a:t>
                      </a:r>
                      <a:endParaRPr lang="en-SG" sz="14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j-lt"/>
                        </a:rPr>
                        <a:t>Street Name</a:t>
                      </a:r>
                      <a:endParaRPr lang="en-SG" sz="14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j-lt"/>
                        </a:rPr>
                        <a:t>Resale price</a:t>
                      </a:r>
                      <a:endParaRPr lang="en-SG" sz="14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j-lt"/>
                        </a:rPr>
                        <a:t>Number of connections</a:t>
                      </a:r>
                      <a:endParaRPr lang="en-SG" sz="14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90178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>
                        <a:lnSpc>
                          <a:spcPts val="1875"/>
                        </a:lnSpc>
                        <a:buNone/>
                      </a:pPr>
                      <a:r>
                        <a:rPr lang="en-SG" sz="1400" b="0" dirty="0">
                          <a:effectLst/>
                          <a:latin typeface="+mj-lt"/>
                        </a:rPr>
                        <a:t>2017-10</a:t>
                      </a:r>
                    </a:p>
                  </a:txBody>
                  <a:tcPr marR="152400" marT="95250" marB="95250"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875"/>
                        </a:lnSpc>
                        <a:buNone/>
                      </a:pPr>
                      <a:r>
                        <a:rPr lang="en-SG" sz="1400" b="0">
                          <a:effectLst/>
                          <a:latin typeface="+mj-lt"/>
                        </a:rPr>
                        <a:t>GEYLANG</a:t>
                      </a:r>
                    </a:p>
                  </a:txBody>
                  <a:tcPr marL="152400" marR="152400" marT="95250" marB="95250"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875"/>
                        </a:lnSpc>
                        <a:buNone/>
                      </a:pPr>
                      <a:r>
                        <a:rPr lang="en-SG" sz="1400" b="0" dirty="0">
                          <a:effectLst/>
                          <a:latin typeface="+mj-lt"/>
                        </a:rPr>
                        <a:t>3 ROOM</a:t>
                      </a:r>
                    </a:p>
                  </a:txBody>
                  <a:tcPr marL="152400" marR="152400" marT="95250" marB="95250"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875"/>
                        </a:lnSpc>
                        <a:buNone/>
                      </a:pPr>
                      <a:r>
                        <a:rPr lang="en-SG" sz="1400" b="0">
                          <a:effectLst/>
                          <a:latin typeface="+mj-lt"/>
                        </a:rPr>
                        <a:t>302</a:t>
                      </a:r>
                    </a:p>
                  </a:txBody>
                  <a:tcPr marL="152400" marR="152400" marT="95250" marB="95250"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875"/>
                        </a:lnSpc>
                        <a:buNone/>
                      </a:pPr>
                      <a:r>
                        <a:rPr lang="en-SG" sz="1400" b="0">
                          <a:effectLst/>
                          <a:latin typeface="+mj-lt"/>
                        </a:rPr>
                        <a:t>UBI AVE 1</a:t>
                      </a:r>
                    </a:p>
                  </a:txBody>
                  <a:tcPr marL="152400" marR="152400" marT="95250" marB="95250"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875"/>
                        </a:lnSpc>
                        <a:buNone/>
                      </a:pPr>
                      <a:r>
                        <a:rPr lang="en-SG" sz="1400" b="0" dirty="0">
                          <a:effectLst/>
                          <a:latin typeface="+mj-lt"/>
                        </a:rPr>
                        <a:t>282000</a:t>
                      </a:r>
                    </a:p>
                  </a:txBody>
                  <a:tcPr marL="152400" marR="152400" marT="95250" marB="95250"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875"/>
                        </a:lnSpc>
                        <a:buNone/>
                      </a:pPr>
                      <a:r>
                        <a:rPr lang="en-SG" sz="1400" b="0">
                          <a:effectLst/>
                          <a:latin typeface="+mj-lt"/>
                        </a:rPr>
                        <a:t>8320</a:t>
                      </a:r>
                    </a:p>
                  </a:txBody>
                  <a:tcPr marL="152400" marT="95250" marB="95250"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43056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>
                        <a:lnSpc>
                          <a:spcPts val="1875"/>
                        </a:lnSpc>
                        <a:buNone/>
                      </a:pPr>
                      <a:r>
                        <a:rPr lang="en-SG" sz="1400" b="0">
                          <a:effectLst/>
                          <a:latin typeface="+mj-lt"/>
                        </a:rPr>
                        <a:t>2019-08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875"/>
                        </a:lnSpc>
                        <a:buNone/>
                      </a:pPr>
                      <a:r>
                        <a:rPr lang="en-SG" sz="1400" b="0" dirty="0">
                          <a:effectLst/>
                          <a:latin typeface="+mj-lt"/>
                        </a:rPr>
                        <a:t>TAMPINES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875"/>
                        </a:lnSpc>
                        <a:buNone/>
                      </a:pPr>
                      <a:r>
                        <a:rPr lang="en-SG" sz="1400" b="0" dirty="0">
                          <a:effectLst/>
                          <a:latin typeface="+mj-lt"/>
                        </a:rPr>
                        <a:t>3 ROOM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875"/>
                        </a:lnSpc>
                        <a:buNone/>
                      </a:pPr>
                      <a:r>
                        <a:rPr lang="en-SG" sz="1400" b="0" dirty="0">
                          <a:effectLst/>
                          <a:latin typeface="+mj-lt"/>
                        </a:rPr>
                        <a:t>439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875"/>
                        </a:lnSpc>
                        <a:buNone/>
                      </a:pPr>
                      <a:r>
                        <a:rPr lang="en-SG" sz="1400" b="0" dirty="0">
                          <a:effectLst/>
                          <a:latin typeface="+mj-lt"/>
                        </a:rPr>
                        <a:t>TAMPINES ST 43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875"/>
                        </a:lnSpc>
                        <a:buNone/>
                      </a:pPr>
                      <a:r>
                        <a:rPr lang="en-SG" sz="1400" b="0" dirty="0">
                          <a:effectLst/>
                          <a:latin typeface="+mj-lt"/>
                        </a:rPr>
                        <a:t>275000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875"/>
                        </a:lnSpc>
                        <a:buNone/>
                      </a:pPr>
                      <a:r>
                        <a:rPr lang="en-SG" sz="1400" b="0">
                          <a:effectLst/>
                          <a:latin typeface="+mj-lt"/>
                        </a:rPr>
                        <a:t>8187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4743397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>
                        <a:lnSpc>
                          <a:spcPts val="1875"/>
                        </a:lnSpc>
                        <a:buNone/>
                      </a:pPr>
                      <a:r>
                        <a:rPr lang="en-SG" sz="1400" b="0">
                          <a:effectLst/>
                          <a:latin typeface="+mj-lt"/>
                        </a:rPr>
                        <a:t>2017-07</a:t>
                      </a:r>
                    </a:p>
                  </a:txBody>
                  <a:tcPr marR="152400" marT="95250" marB="95250"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875"/>
                        </a:lnSpc>
                        <a:buNone/>
                      </a:pPr>
                      <a:r>
                        <a:rPr lang="en-SG" sz="1400" b="0">
                          <a:effectLst/>
                          <a:latin typeface="+mj-lt"/>
                        </a:rPr>
                        <a:t>TOA PAYOH</a:t>
                      </a:r>
                    </a:p>
                  </a:txBody>
                  <a:tcPr marL="152400" marR="152400" marT="95250" marB="95250"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875"/>
                        </a:lnSpc>
                        <a:buNone/>
                      </a:pPr>
                      <a:r>
                        <a:rPr lang="en-SG" sz="1400" b="0">
                          <a:effectLst/>
                          <a:latin typeface="+mj-lt"/>
                        </a:rPr>
                        <a:t>3 ROOM</a:t>
                      </a:r>
                    </a:p>
                  </a:txBody>
                  <a:tcPr marL="152400" marR="152400" marT="95250" marB="95250"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875"/>
                        </a:lnSpc>
                        <a:buNone/>
                      </a:pPr>
                      <a:r>
                        <a:rPr lang="en-SG" sz="1400" b="0">
                          <a:effectLst/>
                          <a:latin typeface="+mj-lt"/>
                        </a:rPr>
                        <a:t>113</a:t>
                      </a:r>
                    </a:p>
                  </a:txBody>
                  <a:tcPr marL="152400" marR="152400" marT="95250" marB="95250"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875"/>
                        </a:lnSpc>
                        <a:buNone/>
                      </a:pPr>
                      <a:r>
                        <a:rPr lang="en-SG" sz="1400" b="0">
                          <a:effectLst/>
                          <a:latin typeface="+mj-lt"/>
                        </a:rPr>
                        <a:t>LOR 1 TOA PAYOH</a:t>
                      </a:r>
                    </a:p>
                  </a:txBody>
                  <a:tcPr marL="152400" marR="152400" marT="95250" marB="95250"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875"/>
                        </a:lnSpc>
                        <a:buNone/>
                      </a:pPr>
                      <a:r>
                        <a:rPr lang="en-SG" sz="1400" b="0" dirty="0">
                          <a:effectLst/>
                          <a:latin typeface="+mj-lt"/>
                        </a:rPr>
                        <a:t>275000</a:t>
                      </a:r>
                    </a:p>
                  </a:txBody>
                  <a:tcPr marL="152400" marR="152400" marT="95250" marB="95250"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875"/>
                        </a:lnSpc>
                        <a:buNone/>
                      </a:pPr>
                      <a:r>
                        <a:rPr lang="en-SG" sz="1400" b="0">
                          <a:effectLst/>
                          <a:latin typeface="+mj-lt"/>
                        </a:rPr>
                        <a:t>8184</a:t>
                      </a:r>
                    </a:p>
                  </a:txBody>
                  <a:tcPr marL="152400" marT="95250" marB="95250"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72362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>
                        <a:lnSpc>
                          <a:spcPts val="1875"/>
                        </a:lnSpc>
                        <a:buNone/>
                      </a:pPr>
                      <a:r>
                        <a:rPr lang="en-SG" sz="1400" b="0">
                          <a:effectLst/>
                          <a:latin typeface="+mj-lt"/>
                        </a:rPr>
                        <a:t>2018-08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875"/>
                        </a:lnSpc>
                        <a:buNone/>
                      </a:pPr>
                      <a:r>
                        <a:rPr lang="en-SG" sz="1400" b="0">
                          <a:effectLst/>
                          <a:latin typeface="+mj-lt"/>
                        </a:rPr>
                        <a:t>YISHUN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875"/>
                        </a:lnSpc>
                        <a:buNone/>
                      </a:pPr>
                      <a:r>
                        <a:rPr lang="en-SG" sz="1400" b="0">
                          <a:effectLst/>
                          <a:latin typeface="+mj-lt"/>
                        </a:rPr>
                        <a:t>3 ROOM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875"/>
                        </a:lnSpc>
                        <a:buNone/>
                      </a:pPr>
                      <a:r>
                        <a:rPr lang="en-SG" sz="1400" b="0">
                          <a:effectLst/>
                          <a:latin typeface="+mj-lt"/>
                        </a:rPr>
                        <a:t>719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875"/>
                        </a:lnSpc>
                        <a:buNone/>
                      </a:pPr>
                      <a:r>
                        <a:rPr lang="en-SG" sz="1400" b="0" dirty="0">
                          <a:effectLst/>
                          <a:latin typeface="+mj-lt"/>
                        </a:rPr>
                        <a:t>YISHUN ST 71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875"/>
                        </a:lnSpc>
                        <a:buNone/>
                      </a:pPr>
                      <a:r>
                        <a:rPr lang="en-SG" sz="1400" b="0" dirty="0">
                          <a:effectLst/>
                          <a:latin typeface="+mj-lt"/>
                        </a:rPr>
                        <a:t>275000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875"/>
                        </a:lnSpc>
                        <a:buNone/>
                      </a:pPr>
                      <a:r>
                        <a:rPr lang="en-SG" sz="1400" b="0" dirty="0">
                          <a:effectLst/>
                          <a:latin typeface="+mj-lt"/>
                        </a:rPr>
                        <a:t>8183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02630384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8A69FBC-3756-9D48-6CB4-084F949CF128}"/>
              </a:ext>
            </a:extLst>
          </p:cNvPr>
          <p:cNvSpPr txBox="1"/>
          <p:nvPr/>
        </p:nvSpPr>
        <p:spPr>
          <a:xfrm>
            <a:off x="2285999" y="4086735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</a:pPr>
            <a:r>
              <a:rPr lang="en-US" b="0" i="0" dirty="0">
                <a:solidFill>
                  <a:schemeClr val="tx1"/>
                </a:solidFill>
                <a:effectLst/>
                <a:latin typeface="+mn-lt"/>
              </a:rPr>
              <a:t>Interpretation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: these properties serve as price benchmarks for their respective </a:t>
            </a:r>
            <a:r>
              <a:rPr lang="en-US" b="1" dirty="0">
                <a:solidFill>
                  <a:schemeClr val="tx1"/>
                </a:solidFill>
                <a:latin typeface="+mn-lt"/>
              </a:rPr>
              <a:t>town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 and </a:t>
            </a:r>
            <a:r>
              <a:rPr lang="en-US" b="1" dirty="0">
                <a:solidFill>
                  <a:schemeClr val="tx1"/>
                </a:solidFill>
                <a:latin typeface="+mn-lt"/>
              </a:rPr>
              <a:t>flat type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.</a:t>
            </a:r>
            <a:endParaRPr lang="en-US" b="0" i="0" dirty="0">
              <a:solidFill>
                <a:schemeClr val="tx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652397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2EB96-7036-13FD-EBE3-14566A819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C311B-0D57-07BD-3DC5-C7BC0B961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Outliers detected</a:t>
            </a:r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A9FCE8-FC32-055C-21D9-EBE591D98646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00000000-1234-1234-1234-123412341234}" type="slidenum">
              <a:rPr lang="en-SG" smtClean="0"/>
              <a:pPr/>
              <a:t>6</a:t>
            </a:fld>
            <a:endParaRPr lang="en-SG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0313F81-5BCF-8E13-363B-DBB134DFA9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2826183"/>
              </p:ext>
            </p:extLst>
          </p:nvPr>
        </p:nvGraphicFramePr>
        <p:xfrm>
          <a:off x="361601" y="1056765"/>
          <a:ext cx="8420797" cy="3371596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1202971">
                  <a:extLst>
                    <a:ext uri="{9D8B030D-6E8A-4147-A177-3AD203B41FA5}">
                      <a16:colId xmlns:a16="http://schemas.microsoft.com/office/drawing/2014/main" val="1976745022"/>
                    </a:ext>
                  </a:extLst>
                </a:gridCol>
                <a:gridCol w="1202971">
                  <a:extLst>
                    <a:ext uri="{9D8B030D-6E8A-4147-A177-3AD203B41FA5}">
                      <a16:colId xmlns:a16="http://schemas.microsoft.com/office/drawing/2014/main" val="3545215078"/>
                    </a:ext>
                  </a:extLst>
                </a:gridCol>
                <a:gridCol w="1202971">
                  <a:extLst>
                    <a:ext uri="{9D8B030D-6E8A-4147-A177-3AD203B41FA5}">
                      <a16:colId xmlns:a16="http://schemas.microsoft.com/office/drawing/2014/main" val="3582974769"/>
                    </a:ext>
                  </a:extLst>
                </a:gridCol>
                <a:gridCol w="1202971">
                  <a:extLst>
                    <a:ext uri="{9D8B030D-6E8A-4147-A177-3AD203B41FA5}">
                      <a16:colId xmlns:a16="http://schemas.microsoft.com/office/drawing/2014/main" val="1072944167"/>
                    </a:ext>
                  </a:extLst>
                </a:gridCol>
                <a:gridCol w="1202971">
                  <a:extLst>
                    <a:ext uri="{9D8B030D-6E8A-4147-A177-3AD203B41FA5}">
                      <a16:colId xmlns:a16="http://schemas.microsoft.com/office/drawing/2014/main" val="3814309874"/>
                    </a:ext>
                  </a:extLst>
                </a:gridCol>
                <a:gridCol w="1202971">
                  <a:extLst>
                    <a:ext uri="{9D8B030D-6E8A-4147-A177-3AD203B41FA5}">
                      <a16:colId xmlns:a16="http://schemas.microsoft.com/office/drawing/2014/main" val="438397181"/>
                    </a:ext>
                  </a:extLst>
                </a:gridCol>
                <a:gridCol w="1202971">
                  <a:extLst>
                    <a:ext uri="{9D8B030D-6E8A-4147-A177-3AD203B41FA5}">
                      <a16:colId xmlns:a16="http://schemas.microsoft.com/office/drawing/2014/main" val="12988118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j-lt"/>
                        </a:rPr>
                        <a:t>Date</a:t>
                      </a:r>
                      <a:endParaRPr lang="en-SG" sz="14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j-lt"/>
                        </a:rPr>
                        <a:t>Town</a:t>
                      </a:r>
                      <a:endParaRPr lang="en-SG" sz="14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j-lt"/>
                        </a:rPr>
                        <a:t>Flat Type</a:t>
                      </a:r>
                      <a:endParaRPr lang="en-SG" sz="14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j-lt"/>
                        </a:rPr>
                        <a:t>Block</a:t>
                      </a:r>
                      <a:endParaRPr lang="en-SG" sz="14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j-lt"/>
                        </a:rPr>
                        <a:t>Street Name</a:t>
                      </a:r>
                      <a:endParaRPr lang="en-SG" sz="14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j-lt"/>
                        </a:rPr>
                        <a:t>Resale price</a:t>
                      </a:r>
                      <a:endParaRPr lang="en-SG" sz="14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j-lt"/>
                        </a:rPr>
                        <a:t>Number of connections</a:t>
                      </a:r>
                      <a:endParaRPr lang="en-SG" sz="14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90178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>
                        <a:lnSpc>
                          <a:spcPts val="1875"/>
                        </a:lnSpc>
                        <a:buNone/>
                      </a:pPr>
                      <a:r>
                        <a:rPr lang="en-SG" sz="1400" b="0">
                          <a:effectLst/>
                          <a:latin typeface="+mn-lt"/>
                        </a:rPr>
                        <a:t>2020-05</a:t>
                      </a:r>
                    </a:p>
                  </a:txBody>
                  <a:tcPr marR="152400" marT="95250" marB="95250"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875"/>
                        </a:lnSpc>
                        <a:buNone/>
                      </a:pPr>
                      <a:r>
                        <a:rPr lang="en-SG" sz="1400" b="0">
                          <a:effectLst/>
                          <a:latin typeface="+mn-lt"/>
                        </a:rPr>
                        <a:t>ANG MO KIO</a:t>
                      </a:r>
                    </a:p>
                  </a:txBody>
                  <a:tcPr marL="152400" marR="152400" marT="95250" marB="95250"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875"/>
                        </a:lnSpc>
                        <a:buNone/>
                      </a:pPr>
                      <a:r>
                        <a:rPr lang="en-SG" sz="1400" b="0">
                          <a:effectLst/>
                          <a:latin typeface="+mn-lt"/>
                        </a:rPr>
                        <a:t>EXECUTIVE</a:t>
                      </a:r>
                    </a:p>
                  </a:txBody>
                  <a:tcPr marL="152400" marR="152400" marT="95250" marB="95250"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875"/>
                        </a:lnSpc>
                        <a:buNone/>
                      </a:pPr>
                      <a:r>
                        <a:rPr lang="en-SG" sz="1400" b="0">
                          <a:effectLst/>
                          <a:latin typeface="+mn-lt"/>
                        </a:rPr>
                        <a:t>608</a:t>
                      </a:r>
                    </a:p>
                  </a:txBody>
                  <a:tcPr marL="152400" marR="152400" marT="95250" marB="95250"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875"/>
                        </a:lnSpc>
                        <a:buNone/>
                      </a:pPr>
                      <a:r>
                        <a:rPr lang="en-SG" sz="1400" b="0">
                          <a:effectLst/>
                          <a:latin typeface="+mn-lt"/>
                        </a:rPr>
                        <a:t>ANG MO KIO AVE 5</a:t>
                      </a:r>
                    </a:p>
                  </a:txBody>
                  <a:tcPr marL="152400" marR="152400" marT="95250" marB="95250"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875"/>
                        </a:lnSpc>
                        <a:buNone/>
                      </a:pPr>
                      <a:r>
                        <a:rPr lang="en-SG" sz="1400" b="0" dirty="0">
                          <a:effectLst/>
                          <a:latin typeface="+mn-lt"/>
                        </a:rPr>
                        <a:t>1030000</a:t>
                      </a:r>
                    </a:p>
                  </a:txBody>
                  <a:tcPr marL="152400" marR="152400" marT="95250" marB="95250"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875"/>
                        </a:lnSpc>
                        <a:buNone/>
                      </a:pPr>
                      <a:r>
                        <a:rPr lang="en-SG" sz="14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152400" marT="95250" marB="95250"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43056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>
                        <a:lnSpc>
                          <a:spcPts val="1875"/>
                        </a:lnSpc>
                        <a:buNone/>
                      </a:pPr>
                      <a:r>
                        <a:rPr lang="en-SG" sz="1400" b="0">
                          <a:effectLst/>
                          <a:latin typeface="+mn-lt"/>
                        </a:rPr>
                        <a:t>2017-11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875"/>
                        </a:lnSpc>
                        <a:buNone/>
                      </a:pPr>
                      <a:r>
                        <a:rPr lang="en-SG" sz="1400" b="0">
                          <a:effectLst/>
                          <a:latin typeface="+mn-lt"/>
                        </a:rPr>
                        <a:t>BEDOK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875"/>
                        </a:lnSpc>
                        <a:buNone/>
                      </a:pPr>
                      <a:r>
                        <a:rPr lang="en-SG" sz="1400" b="0">
                          <a:effectLst/>
                          <a:latin typeface="+mn-lt"/>
                        </a:rPr>
                        <a:t>EXECUTIVE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875"/>
                        </a:lnSpc>
                        <a:buNone/>
                      </a:pPr>
                      <a:r>
                        <a:rPr lang="en-SG" sz="1400" b="0">
                          <a:effectLst/>
                          <a:latin typeface="+mn-lt"/>
                        </a:rPr>
                        <a:t>33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875"/>
                        </a:lnSpc>
                        <a:buNone/>
                      </a:pPr>
                      <a:r>
                        <a:rPr lang="en-SG" sz="1400" b="0">
                          <a:effectLst/>
                          <a:latin typeface="+mn-lt"/>
                        </a:rPr>
                        <a:t>BEDOK STH AVE 2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875"/>
                        </a:lnSpc>
                        <a:buNone/>
                      </a:pPr>
                      <a:r>
                        <a:rPr lang="en-SG" sz="1400" b="0" dirty="0">
                          <a:effectLst/>
                          <a:latin typeface="+mn-lt"/>
                        </a:rPr>
                        <a:t>815000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875"/>
                        </a:lnSpc>
                        <a:buNone/>
                      </a:pPr>
                      <a:r>
                        <a:rPr lang="en-SG" sz="14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4743397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>
                        <a:lnSpc>
                          <a:spcPts val="1875"/>
                        </a:lnSpc>
                        <a:buNone/>
                      </a:pPr>
                      <a:r>
                        <a:rPr lang="en-SG" sz="1400" b="0" dirty="0">
                          <a:effectLst/>
                          <a:latin typeface="+mn-lt"/>
                        </a:rPr>
                        <a:t>2019-06</a:t>
                      </a:r>
                    </a:p>
                  </a:txBody>
                  <a:tcPr marR="152400" marT="95250" marB="95250"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875"/>
                        </a:lnSpc>
                        <a:buNone/>
                      </a:pPr>
                      <a:r>
                        <a:rPr lang="en-SG" sz="1400" b="0">
                          <a:effectLst/>
                          <a:latin typeface="+mn-lt"/>
                        </a:rPr>
                        <a:t>BISHAN</a:t>
                      </a:r>
                    </a:p>
                  </a:txBody>
                  <a:tcPr marL="152400" marR="152400" marT="95250" marB="95250"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875"/>
                        </a:lnSpc>
                        <a:buNone/>
                      </a:pPr>
                      <a:r>
                        <a:rPr lang="en-SG" sz="1400" b="0">
                          <a:effectLst/>
                          <a:latin typeface="+mn-lt"/>
                        </a:rPr>
                        <a:t>MULTI-GENERATION</a:t>
                      </a:r>
                    </a:p>
                  </a:txBody>
                  <a:tcPr marL="152400" marR="152400" marT="95250" marB="95250"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875"/>
                        </a:lnSpc>
                        <a:buNone/>
                      </a:pPr>
                      <a:r>
                        <a:rPr lang="en-SG" sz="1400" b="0">
                          <a:effectLst/>
                          <a:latin typeface="+mn-lt"/>
                        </a:rPr>
                        <a:t>137</a:t>
                      </a:r>
                    </a:p>
                  </a:txBody>
                  <a:tcPr marL="152400" marR="152400" marT="95250" marB="95250"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875"/>
                        </a:lnSpc>
                        <a:buNone/>
                      </a:pPr>
                      <a:r>
                        <a:rPr lang="en-SG" sz="1400" b="0">
                          <a:effectLst/>
                          <a:latin typeface="+mn-lt"/>
                        </a:rPr>
                        <a:t>BISHAN ST 12</a:t>
                      </a:r>
                    </a:p>
                  </a:txBody>
                  <a:tcPr marL="152400" marR="152400" marT="95250" marB="95250"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875"/>
                        </a:lnSpc>
                        <a:buNone/>
                      </a:pPr>
                      <a:r>
                        <a:rPr lang="en-SG" sz="1400" b="0" dirty="0">
                          <a:effectLst/>
                          <a:latin typeface="+mn-lt"/>
                        </a:rPr>
                        <a:t>840000</a:t>
                      </a:r>
                    </a:p>
                  </a:txBody>
                  <a:tcPr marL="152400" marR="152400" marT="95250" marB="95250"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875"/>
                        </a:lnSpc>
                        <a:buNone/>
                      </a:pPr>
                      <a:r>
                        <a:rPr lang="en-SG" sz="1400" b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152400" marT="95250" marB="95250"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72362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>
                        <a:lnSpc>
                          <a:spcPts val="1875"/>
                        </a:lnSpc>
                        <a:buNone/>
                      </a:pPr>
                      <a:r>
                        <a:rPr lang="en-SG" sz="1400" b="0" dirty="0">
                          <a:effectLst/>
                          <a:latin typeface="+mn-lt"/>
                        </a:rPr>
                        <a:t>2020-08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875"/>
                        </a:lnSpc>
                        <a:buNone/>
                      </a:pPr>
                      <a:r>
                        <a:rPr lang="en-SG" sz="1400" b="0">
                          <a:effectLst/>
                          <a:latin typeface="+mn-lt"/>
                        </a:rPr>
                        <a:t>BUKIT MERAH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875"/>
                        </a:lnSpc>
                        <a:buNone/>
                      </a:pPr>
                      <a:r>
                        <a:rPr lang="en-SG" sz="1400" b="0">
                          <a:effectLst/>
                          <a:latin typeface="+mn-lt"/>
                        </a:rPr>
                        <a:t>4 ROOM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875"/>
                        </a:lnSpc>
                        <a:buNone/>
                      </a:pPr>
                      <a:r>
                        <a:rPr lang="en-SG" sz="1400" b="0" dirty="0">
                          <a:effectLst/>
                          <a:latin typeface="+mn-lt"/>
                        </a:rPr>
                        <a:t>43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875"/>
                        </a:lnSpc>
                        <a:buNone/>
                      </a:pPr>
                      <a:r>
                        <a:rPr lang="en-SG" sz="1400" b="0">
                          <a:effectLst/>
                          <a:latin typeface="+mn-lt"/>
                        </a:rPr>
                        <a:t>MOH GUAN TER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875"/>
                        </a:lnSpc>
                        <a:buNone/>
                      </a:pPr>
                      <a:r>
                        <a:rPr lang="en-SG" sz="1400" b="0" dirty="0">
                          <a:effectLst/>
                          <a:latin typeface="+mn-lt"/>
                        </a:rPr>
                        <a:t>1088000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875"/>
                        </a:lnSpc>
                        <a:buNone/>
                      </a:pPr>
                      <a:r>
                        <a:rPr lang="en-SG" sz="1400" b="0" dirty="0"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02630384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1FCF352-E88F-FA17-E4F3-B12C485C34FE}"/>
              </a:ext>
            </a:extLst>
          </p:cNvPr>
          <p:cNvSpPr txBox="1"/>
          <p:nvPr/>
        </p:nvSpPr>
        <p:spPr>
          <a:xfrm>
            <a:off x="2294311" y="4465236"/>
            <a:ext cx="47798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dirty="0">
                <a:solidFill>
                  <a:schemeClr val="tx1"/>
                </a:solidFill>
              </a:rPr>
              <a:t>Interpretation: these properties have no connections (no comparable listings). They are potentially </a:t>
            </a:r>
            <a:r>
              <a:rPr lang="en-US" b="1" dirty="0">
                <a:solidFill>
                  <a:schemeClr val="tx1"/>
                </a:solidFill>
              </a:rPr>
              <a:t>mispriced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2963005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10"/>
  <p:tag name="MMPROD_UIDATA" val="&lt;database version=&quot;10.0&quot;&gt;&lt;object type=&quot;1&quot; unique_id=&quot;10001&quot;&gt;&lt;object type=&quot;2&quot; unique_id=&quot;49974&quot;&gt;&lt;object type=&quot;3&quot; unique_id=&quot;49991&quot;&gt;&lt;property id=&quot;20148&quot; value=&quot;5&quot;/&gt;&lt;property id=&quot;20300&quot; value=&quot;Slide 12&quot;/&gt;&lt;property id=&quot;20307&quot; value=&quot;516&quot;/&gt;&lt;/object&gt;&lt;object type=&quot;3&quot; unique_id=&quot;49992&quot;&gt;&lt;property id=&quot;20148&quot; value=&quot;5&quot;/&gt;&lt;property id=&quot;20300&quot; value=&quot;Slide 10&quot;/&gt;&lt;property id=&quot;20307&quot; value=&quot;515&quot;/&gt;&lt;/object&gt;&lt;object type=&quot;3&quot; unique_id=&quot;50000&quot;&gt;&lt;property id=&quot;20148&quot; value=&quot;5&quot;/&gt;&lt;property id=&quot;20300&quot; value=&quot;Slide 18 - &amp;quot;Data Science Fundamentals&amp;quot;&quot;/&gt;&lt;property id=&quot;20307&quot; value=&quot;274&quot;/&gt;&lt;/object&gt;&lt;object type=&quot;3&quot; unique_id=&quot;50033&quot;&gt;&lt;property id=&quot;20148&quot; value=&quot;5&quot;/&gt;&lt;property id=&quot;20300&quot; value=&quot;Slide 86 - &amp;quot;Problem Scoping&amp;quot;&quot;/&gt;&lt;property id=&quot;20307&quot; value=&quot;344&quot;/&gt;&lt;/object&gt;&lt;object type=&quot;3&quot; unique_id=&quot;50034&quot;&gt;&lt;property id=&quot;20148&quot; value=&quot;5&quot;/&gt;&lt;property id=&quot;20300&quot; value=&quot;Slide 87 - &amp;quot;Who’s Involved&amp;quot;&quot;/&gt;&lt;property id=&quot;20307&quot; value=&quot;526&quot;/&gt;&lt;/object&gt;&lt;object type=&quot;3&quot; unique_id=&quot;50035&quot;&gt;&lt;property id=&quot;20148&quot; value=&quot;5&quot;/&gt;&lt;property id=&quot;20300&quot; value=&quot;Slide 88 - &amp;quot;Phases Of A Data Science Project&amp;quot;&quot;/&gt;&lt;property id=&quot;20307&quot; value=&quot;527&quot;/&gt;&lt;/object&gt;&lt;object type=&quot;3&quot; unique_id=&quot;50036&quot;&gt;&lt;property id=&quot;20148&quot; value=&quot;5&quot;/&gt;&lt;property id=&quot;20300&quot; value=&quot;Slide 91 - &amp;quot;Phases Of A Data Science Project&amp;quot;&quot;/&gt;&lt;property id=&quot;20307&quot; value=&quot;528&quot;/&gt;&lt;/object&gt;&lt;object type=&quot;3&quot; unique_id=&quot;50037&quot;&gt;&lt;property id=&quot;20148&quot; value=&quot;5&quot;/&gt;&lt;property id=&quot;20300&quot; value=&quot;Slide 92 - &amp;quot;Phases Of A Data Science Project&amp;quot;&quot;/&gt;&lt;property id=&quot;20307&quot; value=&quot;529&quot;/&gt;&lt;/object&gt;&lt;object type=&quot;3&quot; unique_id=&quot;50038&quot;&gt;&lt;property id=&quot;20148&quot; value=&quot;5&quot;/&gt;&lt;property id=&quot;20300&quot; value=&quot;Slide 93 - &amp;quot;What Is The Question?&amp;quot;&quot;/&gt;&lt;property id=&quot;20307&quot; value=&quot;308&quot;/&gt;&lt;/object&gt;&lt;object type=&quot;3&quot; unique_id=&quot;50039&quot;&gt;&lt;property id=&quot;20148&quot; value=&quot;5&quot;/&gt;&lt;property id=&quot;20300&quot; value=&quot;Slide 94 - &amp;quot;What Makes A Good Data Science Project?&amp;quot;&quot;/&gt;&lt;property id=&quot;20307&quot; value=&quot;347&quot;/&gt;&lt;/object&gt;&lt;object type=&quot;3&quot; unique_id=&quot;50040&quot;&gt;&lt;property id=&quot;20148&quot; value=&quot;5&quot;/&gt;&lt;property id=&quot;20300&quot; value=&quot;Slide 95 - &amp;quot;A Bad Example on “Improving Health”&amp;quot;&quot;/&gt;&lt;property id=&quot;20307&quot; value=&quot;359&quot;/&gt;&lt;/object&gt;&lt;object type=&quot;3&quot; unique_id=&quot;50041&quot;&gt;&lt;property id=&quot;20148&quot; value=&quot;5&quot;/&gt;&lt;property id=&quot;20300&quot; value=&quot;Slide 96 - &amp;quot;Higher Confidence To Proceed With Project&amp;quot;&quot;/&gt;&lt;property id=&quot;20307&quot; value=&quot;530&quot;/&gt;&lt;/object&gt;&lt;object type=&quot;3&quot; unique_id=&quot;50042&quot;&gt;&lt;property id=&quot;20148&quot; value=&quot;5&quot;/&gt;&lt;property id=&quot;20300&quot; value=&quot;Slide 97 - &amp;quot;Leading Questions&amp;quot;&quot;/&gt;&lt;property id=&quot;20307&quot; value=&quot;371&quot;/&gt;&lt;/object&gt;&lt;object type=&quot;3&quot; unique_id=&quot;50043&quot;&gt;&lt;property id=&quot;20148&quot; value=&quot;5&quot;/&gt;&lt;property id=&quot;20300&quot; value=&quot;Slide 100 - &amp;quot;Leading Questions&amp;quot;&quot;/&gt;&lt;property id=&quot;20307&quot; value=&quot;374&quot;/&gt;&lt;/object&gt;&lt;object type=&quot;3&quot; unique_id=&quot;50046&quot;&gt;&lt;property id=&quot;20148&quot; value=&quot;5&quot;/&gt;&lt;property id=&quot;20300&quot; value=&quot;Slide 106 - &amp;quot;Leading Questions&amp;quot;&quot;/&gt;&lt;property id=&quot;20307&quot; value=&quot;377&quot;/&gt;&lt;/object&gt;&lt;object type=&quot;3&quot; unique_id=&quot;50047&quot;&gt;&lt;property id=&quot;20148&quot; value=&quot;5&quot;/&gt;&lt;property id=&quot;20300&quot; value=&quot;Slide 111&quot;/&gt;&lt;property id=&quot;20307&quot; value=&quot;531&quot;/&gt;&lt;/object&gt;&lt;object type=&quot;3&quot; unique_id=&quot;53117&quot;&gt;&lt;property id=&quot;20148&quot; value=&quot;5&quot;/&gt;&lt;property id=&quot;20300&quot; value=&quot;Slide 9&quot;/&gt;&lt;property id=&quot;20307&quot; value=&quot;548&quot;/&gt;&lt;/object&gt;&lt;object type=&quot;3&quot; unique_id=&quot;53119&quot;&gt;&lt;property id=&quot;20148&quot; value=&quot;5&quot;/&gt;&lt;property id=&quot;20300&quot; value=&quot;Slide 14&quot;/&gt;&lt;property id=&quot;20307&quot; value=&quot;550&quot;/&gt;&lt;/object&gt;&lt;object type=&quot;3&quot; unique_id=&quot;53120&quot;&gt;&lt;property id=&quot;20148&quot; value=&quot;5&quot;/&gt;&lt;property id=&quot;20300&quot; value=&quot;Slide 8&quot;/&gt;&lt;property id=&quot;20307&quot; value=&quot;551&quot;/&gt;&lt;/object&gt;&lt;object type=&quot;3&quot; unique_id=&quot;53123&quot;&gt;&lt;property id=&quot;20148&quot; value=&quot;5&quot;/&gt;&lt;property id=&quot;20300&quot; value=&quot;Slide 47 - &amp;quot;Machine Learning Applications &amp;amp; Techniques&amp;quot;&quot;/&gt;&lt;property id=&quot;20307&quot; value=&quot;554&quot;/&gt;&lt;/object&gt;&lt;object type=&quot;3&quot; unique_id=&quot;53140&quot;&gt;&lt;property id=&quot;20148&quot; value=&quot;5&quot;/&gt;&lt;property id=&quot;20300&quot; value=&quot;Slide 13&quot;/&gt;&lt;property id=&quot;20307&quot; value=&quot;574&quot;/&gt;&lt;/object&gt;&lt;object type=&quot;3&quot; unique_id=&quot;53145&quot;&gt;&lt;property id=&quot;20148&quot; value=&quot;5&quot;/&gt;&lt;property id=&quot;20300&quot; value=&quot;Slide 1 - &amp;quot;STARTING A_____ DATA SCIENCE PROJECT WORKSHOP&amp;quot;&quot;/&gt;&lt;property id=&quot;20307&quot; value=&quot;589&quot;/&gt;&lt;/object&gt;&lt;object type=&quot;3&quot; unique_id=&quot;53146&quot;&gt;&lt;property id=&quot;20148&quot; value=&quot;5&quot;/&gt;&lt;property id=&quot;20300&quot; value=&quot;Slide 2 - &amp;quot;Introduction&amp;quot;&quot;/&gt;&lt;property id=&quot;20307&quot; value=&quot;603&quot;/&gt;&lt;/object&gt;&lt;object type=&quot;3&quot; unique_id=&quot;53148&quot;&gt;&lt;property id=&quot;20148&quot; value=&quot;5&quot;/&gt;&lt;property id=&quot;20300&quot; value=&quot;Slide 5 - &amp;quot;Schedule&amp;quot;&quot;/&gt;&lt;property id=&quot;20307&quot; value=&quot;684&quot;/&gt;&lt;/object&gt;&lt;object type=&quot;3&quot; unique_id=&quot;53150&quot;&gt;&lt;property id=&quot;20148&quot; value=&quot;5&quot;/&gt;&lt;property id=&quot;20300&quot; value=&quot;Slide 6 - &amp;quot;How Is Analytics Used Across The World&amp;quot;&quot;/&gt;&lt;property id=&quot;20307&quot; value=&quot;605&quot;/&gt;&lt;/object&gt;&lt;object type=&quot;3&quot; unique_id=&quot;53151&quot;&gt;&lt;property id=&quot;20148&quot; value=&quot;5&quot;/&gt;&lt;property id=&quot;20300&quot; value=&quot;Slide 7 - &amp;quot;Every Day, Your Data Is Being Collected … &amp;quot;&quot;/&gt;&lt;property id=&quot;20307&quot; value=&quot;685&quot;/&gt;&lt;/object&gt;&lt;object type=&quot;3&quot; unique_id=&quot;53152&quot;&gt;&lt;property id=&quot;20148&quot; value=&quot;5&quot;/&gt;&lt;property id=&quot;20300&quot; value=&quot;Slide 11 - &amp;quot;Pushing Boundaries With Data Science&amp;quot;&quot;/&gt;&lt;property id=&quot;20307&quot; value=&quot;692&quot;/&gt;&lt;/object&gt;&lt;object type=&quot;3&quot; unique_id=&quot;53153&quot;&gt;&lt;property id=&quot;20148&quot; value=&quot;5&quot;/&gt;&lt;property id=&quot;20300&quot; value=&quot;Slide 15&quot;/&gt;&lt;property id=&quot;20307&quot; value=&quot;687&quot;/&gt;&lt;/object&gt;&lt;object type=&quot;3&quot; unique_id=&quot;53155&quot;&gt;&lt;property id=&quot;20148&quot; value=&quot;5&quot;/&gt;&lt;property id=&quot;20300&quot; value=&quot;Slide 16 - &amp;quot;How Can We Make Use Of Data Science  For The Public Good?&amp;quot;&quot;/&gt;&lt;property id=&quot;20307&quot; value=&quot;693&quot;/&gt;&lt;/object&gt;&lt;object type=&quot;3&quot; unique_id=&quot;53156&quot;&gt;&lt;property id=&quot;20148&quot; value=&quot;5&quot;/&gt;&lt;property id=&quot;20300&quot; value=&quot;Slide 19 - &amp;quot;What Is Data Science?&amp;quot;&quot;/&gt;&lt;property id=&quot;20307&quot; value=&quot;634&quot;/&gt;&lt;/object&gt;&lt;object type=&quot;3&quot; unique_id=&quot;53157&quot;&gt;&lt;property id=&quot;20148&quot; value=&quot;5&quot;/&gt;&lt;property id=&quot;20300&quot; value=&quot;Slide 20 - &amp;quot;Been A Long Time Coming&amp;quot;&quot;/&gt;&lt;property id=&quot;20307&quot; value=&quot;607&quot;/&gt;&lt;/object&gt;&lt;object type=&quot;3&quot; unique_id=&quot;53158&quot;&gt;&lt;property id=&quot;20148&quot; value=&quot;5&quot;/&gt;&lt;property id=&quot;20300&quot; value=&quot;Slide 21 - &amp;quot;Sexiest Job Of The Century&amp;quot;&quot;/&gt;&lt;property id=&quot;20307&quot; value=&quot;608&quot;/&gt;&lt;/object&gt;&lt;object type=&quot;3&quot; unique_id=&quot;53159&quot;&gt;&lt;property id=&quot;20148&quot; value=&quot;5&quot;/&gt;&lt;property id=&quot;20300&quot; value=&quot;Slide 22 - &amp;quot;Unicorns ... Do They Exist?&amp;quot;&quot;/&gt;&lt;property id=&quot;20307&quot; value=&quot;635&quot;/&gt;&lt;/object&gt;&lt;object type=&quot;3&quot; unique_id=&quot;53160&quot;&gt;&lt;property id=&quot;20148&quot; value=&quot;5&quot;/&gt;&lt;property id=&quot;20300&quot; value=&quot;Slide 23 - &amp;quot;Data Science Skill Sets&amp;quot;&quot;/&gt;&lt;property id=&quot;20307&quot; value=&quot;609&quot;/&gt;&lt;/object&gt;&lt;object type=&quot;3&quot; unique_id=&quot;53161&quot;&gt;&lt;property id=&quot;20148&quot; value=&quot;5&quot;/&gt;&lt;property id=&quot;20300&quot; value=&quot;Slide 24 - &amp;quot;In A Profit-Oriented Organisation: BI vs BA vs DS&amp;quot;&quot;/&gt;&lt;property id=&quot;20307&quot; value=&quot;688&quot;/&gt;&lt;/object&gt;&lt;object type=&quot;3&quot; unique_id=&quot;53162&quot;&gt;&lt;property id=&quot;20148&quot; value=&quot;5&quot;/&gt;&lt;property id=&quot;20300&quot; value=&quot;Slide 25 - &amp;quot;BI vs BA vs DS&amp;quot;&quot;/&gt;&lt;property id=&quot;20307&quot; value=&quot;636&quot;/&gt;&lt;/object&gt;&lt;object type=&quot;3&quot; unique_id=&quot;53163&quot;&gt;&lt;property id=&quot;20148&quot; value=&quot;5&quot;/&gt;&lt;property id=&quot;20300&quot; value=&quot;Slide 26 - &amp;quot;Types Of Data&amp;quot;&quot;/&gt;&lt;property id=&quot;20307&quot; value=&quot;678&quot;/&gt;&lt;/object&gt;&lt;object type=&quot;3&quot; unique_id=&quot;53164&quot;&gt;&lt;property id=&quot;20148&quot; value=&quot;5&quot;/&gt;&lt;property id=&quot;20300&quot; value=&quot;Slide 31 - &amp;quot;Types Of Data&amp;quot;&quot;/&gt;&lt;property id=&quot;20307&quot; value=&quot;676&quot;/&gt;&lt;/object&gt;&lt;object type=&quot;3&quot; unique_id=&quot;53165&quot;&gt;&lt;property id=&quot;20148&quot; value=&quot;5&quot;/&gt;&lt;property id=&quot;20300&quot; value=&quot;Slide 33 - &amp;quot;Data Format For Analysis&amp;quot;&quot;/&gt;&lt;property id=&quot;20307&quot; value=&quot;680&quot;/&gt;&lt;/object&gt;&lt;object type=&quot;3&quot; unique_id=&quot;53166&quot;&gt;&lt;property id=&quot;20148&quot; value=&quot;5&quot;/&gt;&lt;property id=&quot;20300&quot; value=&quot;Slide 34 - &amp;quot;Data Format For Analysis&amp;quot;&quot;/&gt;&lt;property id=&quot;20307&quot; value=&quot;679&quot;/&gt;&lt;/object&gt;&lt;object type=&quot;3&quot; unique_id=&quot;53167&quot;&gt;&lt;property id=&quot;20148&quot; value=&quot;5&quot;/&gt;&lt;property id=&quot;20300&quot; value=&quot;Slide 45 - &amp;quot;ML - Solving Problems Big, Small, and Prickly&amp;quot;&quot;/&gt;&lt;property id=&quot;20307&quot; value=&quot;615&quot;/&gt;&lt;/object&gt;&lt;object type=&quot;3&quot; unique_id=&quot;53172&quot;&gt;&lt;property id=&quot;20148&quot; value=&quot;5&quot;/&gt;&lt;property id=&quot;20300&quot; value=&quot;Slide 57 - &amp;quot;Logistic Regression&amp;quot;&quot;/&gt;&lt;property id=&quot;20307&quot; value=&quot;619&quot;/&gt;&lt;/object&gt;&lt;object type=&quot;3&quot; unique_id=&quot;53173&quot;&gt;&lt;property id=&quot;20148&quot; value=&quot;5&quot;/&gt;&lt;property id=&quot;20300&quot; value=&quot;Slide 58 - &amp;quot;Logistic Regression - Intuition&amp;quot;&quot;/&gt;&lt;property id=&quot;20307&quot; value=&quot;622&quot;/&gt;&lt;/object&gt;&lt;object type=&quot;3&quot; unique_id=&quot;53174&quot;&gt;&lt;property id=&quot;20148&quot; value=&quot;5&quot;/&gt;&lt;property id=&quot;20300&quot; value=&quot;Slide 59 - &amp;quot;Logistic Regression - Intuition&amp;quot;&quot;/&gt;&lt;property id=&quot;20307&quot; value=&quot;620&quot;/&gt;&lt;/object&gt;&lt;object type=&quot;3&quot; unique_id=&quot;53175&quot;&gt;&lt;property id=&quot;20148&quot; value=&quot;5&quot;/&gt;&lt;property id=&quot;20300&quot; value=&quot;Slide 70 - &amp;quot;K-means Clustering&amp;quot;&quot;/&gt;&lt;property id=&quot;20307&quot; value=&quot;624&quot;/&gt;&lt;/object&gt;&lt;object type=&quot;3&quot; unique_id=&quot;53176&quot;&gt;&lt;property id=&quot;20148&quot; value=&quot;5&quot;/&gt;&lt;property id=&quot;20300&quot; value=&quot;Slide 71 - &amp;quot;K-means Clustering - Intuition&amp;quot;&quot;/&gt;&lt;property id=&quot;20307&quot; value=&quot;625&quot;/&gt;&lt;/object&gt;&lt;object type=&quot;3&quot; unique_id=&quot;53177&quot;&gt;&lt;property id=&quot;20148&quot; value=&quot;5&quot;/&gt;&lt;property id=&quot;20300&quot; value=&quot;Slide 72 - &amp;quot;K-means Clustering - Intuition&amp;quot;&quot;/&gt;&lt;property id=&quot;20307&quot; value=&quot;626&quot;/&gt;&lt;/object&gt;&lt;object type=&quot;3&quot; unique_id=&quot;53178&quot;&gt;&lt;property id=&quot;20148&quot; value=&quot;5&quot;/&gt;&lt;property id=&quot;20300&quot; value=&quot;Slide 73 - &amp;quot;K-means Clustering - Intuition&amp;quot;&quot;/&gt;&lt;property id=&quot;20307&quot; value=&quot;627&quot;/&gt;&lt;/object&gt;&lt;object type=&quot;3&quot; unique_id=&quot;53179&quot;&gt;&lt;property id=&quot;20148&quot; value=&quot;5&quot;/&gt;&lt;property id=&quot;20300&quot; value=&quot;Slide 74 - &amp;quot;K-means Clustering - Intuition&amp;quot;&quot;/&gt;&lt;property id=&quot;20307&quot; value=&quot;628&quot;/&gt;&lt;/object&gt;&lt;object type=&quot;3&quot; unique_id=&quot;53181&quot;&gt;&lt;property id=&quot;20148&quot; value=&quot;5&quot;/&gt;&lt;property id=&quot;20300&quot; value=&quot;Slide 76 - &amp;quot;Neural Network / Deep Learning&amp;quot;&quot;/&gt;&lt;property id=&quot;20307&quot; value=&quot;643&quot;/&gt;&lt;/object&gt;&lt;object type=&quot;3&quot; unique_id=&quot;53182&quot;&gt;&lt;property id=&quot;20148&quot; value=&quot;5&quot;/&gt;&lt;property id=&quot;20300&quot; value=&quot;Slide 77 - &amp;quot;Neural Network / Deep Learning - Intuition&amp;quot;&quot;/&gt;&lt;property id=&quot;20307&quot; value=&quot;644&quot;/&gt;&lt;/object&gt;&lt;object type=&quot;3&quot; unique_id=&quot;53183&quot;&gt;&lt;property id=&quot;20148&quot; value=&quot;5&quot;/&gt;&lt;property id=&quot;20300&quot; value=&quot;Slide 78 - &amp;quot;Neural Network / Deep Learning - Intuition&amp;quot;&quot;/&gt;&lt;property id=&quot;20307&quot; value=&quot;645&quot;/&gt;&lt;/object&gt;&lt;object type=&quot;3&quot; unique_id=&quot;53184&quot;&gt;&lt;property id=&quot;20148&quot; value=&quot;5&quot;/&gt;&lt;property id=&quot;20300&quot; value=&quot;Slide 79 - &amp;quot;Neural Network / Deep Learning - Intuition&amp;quot;&quot;/&gt;&lt;property id=&quot;20307&quot; value=&quot;646&quot;/&gt;&lt;/object&gt;&lt;object type=&quot;3&quot; unique_id=&quot;53186&quot;&gt;&lt;property id=&quot;20148&quot; value=&quot;5&quot;/&gt;&lt;property id=&quot;20300&quot; value=&quot;Slide 80 - &amp;quot;Amazon Go&amp;quot;&quot;/&gt;&lt;property id=&quot;20307&quot; value=&quot;673&quot;/&gt;&lt;/object&gt;&lt;object type=&quot;3&quot; unique_id=&quot;53187&quot;&gt;&lt;property id=&quot;20148&quot; value=&quot;5&quot;/&gt;&lt;property id=&quot;20300&quot; value=&quot;Slide 81 - &amp;quot;What Machine Learning Can and Can’t Do&amp;quot;&quot;/&gt;&lt;property id=&quot;20307&quot; value=&quot;670&quot;/&gt;&lt;/object&gt;&lt;object type=&quot;3&quot; unique_id=&quot;53188&quot;&gt;&lt;property id=&quot;20148&quot; value=&quot;5&quot;/&gt;&lt;property id=&quot;20300&quot; value=&quot;Slide 89 - &amp;quot;Phases Of A Data Science Project&amp;quot;&quot;/&gt;&lt;property id=&quot;20307&quot; value=&quot;689&quot;/&gt;&lt;/object&gt;&lt;object type=&quot;3&quot; unique_id=&quot;53189&quot;&gt;&lt;property id=&quot;20148&quot; value=&quot;5&quot;/&gt;&lt;property id=&quot;20300&quot; value=&quot;Slide 90 - &amp;quot;Phases Of A Data Science Project&amp;quot;&quot;/&gt;&lt;property id=&quot;20307&quot; value=&quot;690&quot;/&gt;&lt;/object&gt;&lt;object type=&quot;3&quot; unique_id=&quot;53190&quot;&gt;&lt;property id=&quot;20148&quot; value=&quot;5&quot;/&gt;&lt;property id=&quot;20300&quot; value=&quot;Slide 99 - &amp;quot;Leading Questions&amp;quot;&quot;/&gt;&lt;property id=&quot;20307&quot; value=&quot;671&quot;/&gt;&lt;/object&gt;&lt;object type=&quot;3&quot; unique_id=&quot;53191&quot;&gt;&lt;property id=&quot;20148&quot; value=&quot;5&quot;/&gt;&lt;property id=&quot;20300&quot; value=&quot;Slide 101 - &amp;quot;Leading Questions&amp;quot;&quot;/&gt;&lt;property id=&quot;20307&quot; value=&quot;672&quot;/&gt;&lt;/object&gt;&lt;object type=&quot;3&quot; unique_id=&quot;53192&quot;&gt;&lt;property id=&quot;20148&quot; value=&quot;5&quot;/&gt;&lt;property id=&quot;20300&quot; value=&quot;Slide 102 - &amp;quot;Leading Questions&amp;quot;&quot;/&gt;&lt;property id=&quot;20307&quot; value=&quot;652&quot;/&gt;&lt;/object&gt;&lt;object type=&quot;3&quot; unique_id=&quot;53193&quot;&gt;&lt;property id=&quot;20148&quot; value=&quot;5&quot;/&gt;&lt;property id=&quot;20300&quot; value=&quot;Slide 104 - &amp;quot;Leading Questions&amp;quot;&quot;/&gt;&lt;property id=&quot;20307&quot; value=&quot;650&quot;/&gt;&lt;/object&gt;&lt;object type=&quot;3&quot; unique_id=&quot;53194&quot;&gt;&lt;property id=&quot;20148&quot; value=&quot;5&quot;/&gt;&lt;property id=&quot;20300&quot; value=&quot;Slide 105 - &amp;quot;Leading Questions&amp;quot;&quot;/&gt;&lt;property id=&quot;20307&quot; value=&quot;651&quot;/&gt;&lt;/object&gt;&lt;object type=&quot;3&quot; unique_id=&quot;53195&quot;&gt;&lt;property id=&quot;20148&quot; value=&quot;5&quot;/&gt;&lt;property id=&quot;20300&quot; value=&quot;Slide 107 - &amp;quot;Problem Scoping Cheat Sheet&amp;quot;&quot;/&gt;&lt;property id=&quot;20307&quot; value=&quot;647&quot;/&gt;&lt;/object&gt;&lt;object type=&quot;3&quot; unique_id=&quot;53196&quot;&gt;&lt;property id=&quot;20148&quot; value=&quot;5&quot;/&gt;&lt;property id=&quot;20300&quot; value=&quot;Slide 108 - &amp;quot;Problem Scoping Cheat Sheet&amp;quot;&quot;/&gt;&lt;property id=&quot;20307&quot; value=&quot;648&quot;/&gt;&lt;/object&gt;&lt;object type=&quot;3&quot; unique_id=&quot;53197&quot;&gt;&lt;property id=&quot;20148&quot; value=&quot;5&quot;/&gt;&lt;property id=&quot;20300&quot; value=&quot;Slide 109 - &amp;quot;Problem Scoping Cheat Sheet&amp;quot;&quot;/&gt;&lt;property id=&quot;20307&quot; value=&quot;649&quot;/&gt;&lt;/object&gt;&lt;object type=&quot;3&quot; unique_id=&quot;53198&quot;&gt;&lt;property id=&quot;20148&quot; value=&quot;5&quot;/&gt;&lt;property id=&quot;20300&quot; value=&quot;Slide 110 - &amp;quot;Reflection on Potential Projects In Your Agency&amp;quot;&quot;/&gt;&lt;property id=&quot;20307&quot; value=&quot;661&quot;/&gt;&lt;/object&gt;&lt;object type=&quot;3&quot; unique_id=&quot;53199&quot;&gt;&lt;property id=&quot;20148&quot; value=&quot;5&quot;/&gt;&lt;property id=&quot;20300&quot; value=&quot;Slide 112 - &amp;quot;Project Case Study – Country X&amp;quot;&quot;/&gt;&lt;property id=&quot;20307&quot; value=&quot;662&quot;/&gt;&lt;/object&gt;&lt;object type=&quot;3&quot; unique_id=&quot;53200&quot;&gt;&lt;property id=&quot;20148&quot; value=&quot;5&quot;/&gt;&lt;property id=&quot;20300&quot; value=&quot;Slide 113 - &amp;quot;The Problem Scenario&amp;quot;&quot;/&gt;&lt;property id=&quot;20307&quot; value=&quot;591&quot;/&gt;&lt;/object&gt;&lt;object type=&quot;3&quot; unique_id=&quot;53201&quot;&gt;&lt;property id=&quot;20148&quot; value=&quot;5&quot;/&gt;&lt;property id=&quot;20300&quot; value=&quot;Slide 114 - &amp;quot;The Problem Scenario&amp;quot;&quot;/&gt;&lt;property id=&quot;20307&quot; value=&quot;592&quot;/&gt;&lt;/object&gt;&lt;object type=&quot;3&quot; unique_id=&quot;53202&quot;&gt;&lt;property id=&quot;20148&quot; value=&quot;5&quot;/&gt;&lt;property id=&quot;20300&quot; value=&quot;Slide 115 - &amp;quot;The Problem Scenario&amp;quot;&quot;/&gt;&lt;property id=&quot;20307&quot; value=&quot;593&quot;/&gt;&lt;/object&gt;&lt;object type=&quot;3&quot; unique_id=&quot;53203&quot;&gt;&lt;property id=&quot;20148&quot; value=&quot;5&quot;/&gt;&lt;property id=&quot;20300&quot; value=&quot;Slide 116 - &amp;quot;The Problem Scenario&amp;quot;&quot;/&gt;&lt;property id=&quot;20307&quot; value=&quot;594&quot;/&gt;&lt;/object&gt;&lt;object type=&quot;3&quot; unique_id=&quot;53204&quot;&gt;&lt;property id=&quot;20148&quot; value=&quot;5&quot;/&gt;&lt;property id=&quot;20300&quot; value=&quot;Slide 117 - &amp;quot;The Problem Scenario&amp;quot;&quot;/&gt;&lt;property id=&quot;20307&quot; value=&quot;595&quot;/&gt;&lt;/object&gt;&lt;object type=&quot;3&quot; unique_id=&quot;53205&quot;&gt;&lt;property id=&quot;20148&quot; value=&quot;5&quot;/&gt;&lt;property id=&quot;20300&quot; value=&quot;Slide 118 - &amp;quot;CSV File&amp;quot;&quot;/&gt;&lt;property id=&quot;20307&quot; value=&quot;590&quot;/&gt;&lt;/object&gt;&lt;object type=&quot;3&quot; unique_id=&quot;53206&quot;&gt;&lt;property id=&quot;20148&quot; value=&quot;5&quot;/&gt;&lt;property id=&quot;20300&quot; value=&quot;Slide 119 - &amp;quot;Initial Data Analysis And Insights&amp;quot;&quot;/&gt;&lt;property id=&quot;20307&quot; value=&quot;663&quot;/&gt;&lt;/object&gt;&lt;object type=&quot;3&quot; unique_id=&quot;53207&quot;&gt;&lt;property id=&quot;20148&quot; value=&quot;5&quot;/&gt;&lt;property id=&quot;20300&quot; value=&quot;Slide 120 - &amp;quot;Hands-On&amp;quot;&quot;/&gt;&lt;property id=&quot;20307&quot; value=&quot;596&quot;/&gt;&lt;/object&gt;&lt;object type=&quot;3&quot; unique_id=&quot;53208&quot;&gt;&lt;property id=&quot;20148&quot; value=&quot;5&quot;/&gt;&lt;property id=&quot;20300&quot; value=&quot;Slide 121 - &amp;quot;End Of Day 1&amp;quot;&quot;/&gt;&lt;property id=&quot;20307&quot; value=&quot;653&quot;/&gt;&lt;/object&gt;&lt;object type=&quot;3&quot; unique_id=&quot;55052&quot;&gt;&lt;property id=&quot;20148&quot; value=&quot;5&quot;/&gt;&lt;property id=&quot;20300&quot; value=&quot;Slide 3 - &amp;quot;Learning Outcomes&amp;quot;&quot;/&gt;&lt;property id=&quot;20307&quot; value=&quot;718&quot;/&gt;&lt;/object&gt;&lt;object type=&quot;3&quot; unique_id=&quot;55053&quot;&gt;&lt;property id=&quot;20148&quot; value=&quot;5&quot;/&gt;&lt;property id=&quot;20300&quot; value=&quot;Slide 4 - &amp;quot;Learning Outcomes&amp;quot;&quot;/&gt;&lt;property id=&quot;20307&quot; value=&quot;719&quot;/&gt;&lt;/object&gt;&lt;object type=&quot;3&quot; unique_id=&quot;55054&quot;&gt;&lt;property id=&quot;20148&quot; value=&quot;5&quot;/&gt;&lt;property id=&quot;20300&quot; value=&quot;Slide 17 - &amp;quot;Data Science Across WOG&amp;quot;&quot;/&gt;&lt;property id=&quot;20307&quot; value=&quot;715&quot;/&gt;&lt;/object&gt;&lt;object type=&quot;3&quot; unique_id=&quot;55055&quot;&gt;&lt;property id=&quot;20148&quot; value=&quot;5&quot;/&gt;&lt;property id=&quot;20300&quot; value=&quot;Slide 27 - &amp;quot;Types Of Data&amp;quot;&quot;/&gt;&lt;property id=&quot;20307&quot; value=&quot;753&quot;/&gt;&lt;/object&gt;&lt;object type=&quot;3&quot; unique_id=&quot;55056&quot;&gt;&lt;property id=&quot;20148&quot; value=&quot;5&quot;/&gt;&lt;property id=&quot;20300&quot; value=&quot;Slide 28 - &amp;quot;Types Of Data&amp;quot;&quot;/&gt;&lt;property id=&quot;20307&quot; value=&quot;700&quot;/&gt;&lt;/object&gt;&lt;object type=&quot;3&quot; unique_id=&quot;55057&quot;&gt;&lt;property id=&quot;20148&quot; value=&quot;5&quot;/&gt;&lt;property id=&quot;20300&quot; value=&quot;Slide 29 - &amp;quot;Types Of Data&amp;quot;&quot;/&gt;&lt;property id=&quot;20307&quot; value=&quot;752&quot;/&gt;&lt;/object&gt;&lt;object type=&quot;3&quot; unique_id=&quot;55058&quot;&gt;&lt;property id=&quot;20148&quot; value=&quot;5&quot;/&gt;&lt;property id=&quot;20300&quot; value=&quot;Slide 30 - &amp;quot;Types Of Data&amp;quot;&quot;/&gt;&lt;property id=&quot;20307&quot; value=&quot;731&quot;/&gt;&lt;/object&gt;&lt;object type=&quot;3&quot; unique_id=&quot;55059&quot;&gt;&lt;property id=&quot;20148&quot; value=&quot;5&quot;/&gt;&lt;property id=&quot;20300&quot; value=&quot;Slide 32 - &amp;quot;Data Analysis&amp;quot;&quot;/&gt;&lt;property id=&quot;20307&quot; value=&quot;716&quot;/&gt;&lt;/object&gt;&lt;object type=&quot;3&quot; unique_id=&quot;55060&quot;&gt;&lt;property id=&quot;20148&quot; value=&quot;5&quot;/&gt;&lt;property id=&quot;20300&quot; value=&quot;Slide 35 - &amp;quot;Data Analysis (e.g. Circle Line Rogue Train)&amp;quot;&quot;/&gt;&lt;property id=&quot;20307&quot; value=&quot;721&quot;/&gt;&lt;/object&gt;&lt;object type=&quot;3&quot; unique_id=&quot;55061&quot;&gt;&lt;property id=&quot;20148&quot; value=&quot;5&quot;/&gt;&lt;property id=&quot;20300&quot; value=&quot;Slide 36 - &amp;quot;Data Analysis (e.g. Circle Line Rogue Train)&amp;quot;&quot;/&gt;&lt;property id=&quot;20307&quot; value=&quot;736&quot;/&gt;&lt;/object&gt;&lt;object type=&quot;3&quot; unique_id=&quot;55062&quot;&gt;&lt;property id=&quot;20148&quot; value=&quot;5&quot;/&gt;&lt;property id=&quot;20300&quot; value=&quot;Slide 37 - &amp;quot;Data Analysis (e.g. Circle Line Rogue Train)&amp;quot;&quot;/&gt;&lt;property id=&quot;20307&quot; value=&quot;723&quot;/&gt;&lt;/object&gt;&lt;object type=&quot;3&quot; unique_id=&quot;55063&quot;&gt;&lt;property id=&quot;20148&quot; value=&quot;5&quot;/&gt;&lt;property id=&quot;20300&quot; value=&quot;Slide 38 - &amp;quot;Data Analysis (e.g. Circle Line Rogue Train)&amp;quot;&quot;/&gt;&lt;property id=&quot;20307&quot; value=&quot;724&quot;/&gt;&lt;/object&gt;&lt;object type=&quot;3&quot; unique_id=&quot;55064&quot;&gt;&lt;property id=&quot;20148&quot; value=&quot;5&quot;/&gt;&lt;property id=&quot;20300&quot; value=&quot;Slide 39 - &amp;quot;Data Analysis (e.g. Circle Line Rogue Train)&amp;quot;&quot;/&gt;&lt;property id=&quot;20307&quot; value=&quot;725&quot;/&gt;&lt;/object&gt;&lt;object type=&quot;3&quot; unique_id=&quot;55065&quot;&gt;&lt;property id=&quot;20148&quot; value=&quot;5&quot;/&gt;&lt;property id=&quot;20300&quot; value=&quot;Slide 40 - &amp;quot;Data Analysis (e.g. Circle Line Rogue Train)&amp;quot;&quot;/&gt;&lt;property id=&quot;20307&quot; value=&quot;726&quot;/&gt;&lt;/object&gt;&lt;object type=&quot;3&quot; unique_id=&quot;55066&quot;&gt;&lt;property id=&quot;20148&quot; value=&quot;5&quot;/&gt;&lt;property id=&quot;20300&quot; value=&quot;Slide 41 - &amp;quot;Data Analysis (e.g. Circle Line Rogue Train)&amp;quot;&quot;/&gt;&lt;property id=&quot;20307&quot; value=&quot;727&quot;/&gt;&lt;/object&gt;&lt;object type=&quot;3&quot; unique_id=&quot;55067&quot;&gt;&lt;property id=&quot;20148&quot; value=&quot;5&quot;/&gt;&lt;property id=&quot;20300&quot; value=&quot;Slide 42 - &amp;quot;Data Analysis (e.g. Circle Line Rogue Train)&amp;quot;&quot;/&gt;&lt;property id=&quot;20307&quot; value=&quot;728&quot;/&gt;&lt;/object&gt;&lt;object type=&quot;3&quot; unique_id=&quot;55068&quot;&gt;&lt;property id=&quot;20148&quot; value=&quot;5&quot;/&gt;&lt;property id=&quot;20300&quot; value=&quot;Slide 43 - &amp;quot;Data Analysis (e.g. Circle Line Rogue Train)&amp;quot;&quot;/&gt;&lt;property id=&quot;20307&quot; value=&quot;729&quot;/&gt;&lt;/object&gt;&lt;object type=&quot;3&quot; unique_id=&quot;55069&quot;&gt;&lt;property id=&quot;20148&quot; value=&quot;5&quot;/&gt;&lt;property id=&quot;20300&quot; value=&quot;Slide 44 - &amp;quot;Machine Learning&amp;quot;&quot;/&gt;&lt;property id=&quot;20307&quot; value=&quot;717&quot;/&gt;&lt;/object&gt;&lt;object type=&quot;3&quot; unique_id=&quot;55070&quot;&gt;&lt;property id=&quot;20148&quot; value=&quot;5&quot;/&gt;&lt;property id=&quot;20300&quot; value=&quot;Slide 46 - &amp;quot;Machine Learning Applications &amp;amp; Techniques&amp;quot;&quot;/&gt;&lt;property id=&quot;20307&quot; value=&quot;703&quot;/&gt;&lt;/object&gt;&lt;object type=&quot;3&quot; unique_id=&quot;55071&quot;&gt;&lt;property id=&quot;20148&quot; value=&quot;5&quot;/&gt;&lt;property id=&quot;20300&quot; value=&quot;Slide 48 - &amp;quot;Machine Learning Applications &amp;amp; Techniques&amp;quot;&quot;/&gt;&lt;property id=&quot;20307&quot; value=&quot;702&quot;/&gt;&lt;/object&gt;&lt;object type=&quot;3&quot; unique_id=&quot;55072&quot;&gt;&lt;property id=&quot;20148&quot; value=&quot;5&quot;/&gt;&lt;property id=&quot;20300&quot; value=&quot;Slide 49 - &amp;quot;Machine Learning Applications &amp;amp; Techniques&amp;quot;&quot;/&gt;&lt;property id=&quot;20307&quot; value=&quot;701&quot;/&gt;&lt;/object&gt;&lt;object type=&quot;3&quot; unique_id=&quot;55073&quot;&gt;&lt;property id=&quot;20148&quot; value=&quot;5&quot;/&gt;&lt;property id=&quot;20300&quot; value=&quot;Slide 50 - &amp;quot;Linear Regression&amp;quot;&quot;/&gt;&lt;property id=&quot;20307&quot; value=&quot;704&quot;/&gt;&lt;/object&gt;&lt;object type=&quot;3&quot; unique_id=&quot;55074&quot;&gt;&lt;property id=&quot;20148&quot; value=&quot;5&quot;/&gt;&lt;property id=&quot;20300&quot; value=&quot;Slide 51 - &amp;quot;Linear Regression - Intuition&amp;quot;&quot;/&gt;&lt;property id=&quot;20307&quot; value=&quot;705&quot;/&gt;&lt;/object&gt;&lt;object type=&quot;3&quot; unique_id=&quot;55075&quot;&gt;&lt;property id=&quot;20148&quot; value=&quot;5&quot;/&gt;&lt;property id=&quot;20300&quot; value=&quot;Slide 52 - &amp;quot;Linear Regression - Intuition&amp;quot;&quot;/&gt;&lt;property id=&quot;20307&quot; value=&quot;706&quot;/&gt;&lt;/object&gt;&lt;object type=&quot;3&quot; unique_id=&quot;55076&quot;&gt;&lt;property id=&quot;20148&quot; value=&quot;5&quot;/&gt;&lt;property id=&quot;20300&quot; value=&quot;Slide 53 - &amp;quot;What Is “Training The Model”?&amp;quot;&quot;/&gt;&lt;property id=&quot;20307&quot; value=&quot;730&quot;/&gt;&lt;/object&gt;&lt;object type=&quot;3&quot; unique_id=&quot;55077&quot;&gt;&lt;property id=&quot;20148&quot; value=&quot;5&quot;/&gt;&lt;property id=&quot;20300&quot; value=&quot;Slide 54 - &amp;quot;What Is “Training The Model”?&amp;quot;&quot;/&gt;&lt;property id=&quot;20307&quot; value=&quot;732&quot;/&gt;&lt;/object&gt;&lt;object type=&quot;3&quot; unique_id=&quot;55078&quot;&gt;&lt;property id=&quot;20148&quot; value=&quot;5&quot;/&gt;&lt;property id=&quot;20300&quot; value=&quot;Slide 55 - &amp;quot;What Is “Training The Model”?&amp;quot;&quot;/&gt;&lt;property id=&quot;20307&quot; value=&quot;733&quot;/&gt;&lt;/object&gt;&lt;object type=&quot;3&quot; unique_id=&quot;55079&quot;&gt;&lt;property id=&quot;20148&quot; value=&quot;5&quot;/&gt;&lt;property id=&quot;20300&quot; value=&quot;Slide 56 - &amp;quot;Machine Learning Applications &amp;amp; Techniques&amp;quot;&quot;/&gt;&lt;property id=&quot;20307&quot; value=&quot;707&quot;/&gt;&lt;/object&gt;&lt;object type=&quot;3&quot; unique_id=&quot;55080&quot;&gt;&lt;property id=&quot;20148&quot; value=&quot;5&quot;/&gt;&lt;property id=&quot;20300&quot; value=&quot;Slide 60 - &amp;quot;Measuring How Good Your Model Is&amp;quot;&quot;/&gt;&lt;property id=&quot;20307&quot; value=&quot;737&quot;/&gt;&lt;/object&gt;&lt;object type=&quot;3&quot; unique_id=&quot;55081&quot;&gt;&lt;property id=&quot;20148&quot; value=&quot;5&quot;/&gt;&lt;property id=&quot;20300&quot; value=&quot;Slide 61 - &amp;quot;Measuring How Good Your Model Is&amp;quot;&quot;/&gt;&lt;property id=&quot;20307&quot; value=&quot;734&quot;/&gt;&lt;/object&gt;&lt;object type=&quot;3&quot; unique_id=&quot;55082&quot;&gt;&lt;property id=&quot;20148&quot; value=&quot;5&quot;/&gt;&lt;property id=&quot;20300&quot; value=&quot;Slide 62 - &amp;quot;Measuring How Good Your Model Is&amp;quot;&quot;/&gt;&lt;property id=&quot;20307&quot; value=&quot;738&quot;/&gt;&lt;/object&gt;&lt;object type=&quot;3&quot; unique_id=&quot;55083&quot;&gt;&lt;property id=&quot;20148&quot; value=&quot;5&quot;/&gt;&lt;property id=&quot;20300&quot; value=&quot;Slide 63 - &amp;quot;Measuring How Good Your Model Is&amp;quot;&quot;/&gt;&lt;property id=&quot;20307&quot; value=&quot;735&quot;/&gt;&lt;/object&gt;&lt;object type=&quot;3&quot; unique_id=&quot;55084&quot;&gt;&lt;property id=&quot;20148&quot; value=&quot;5&quot;/&gt;&lt;property id=&quot;20300&quot; value=&quot;Slide 64 - &amp;quot;Machine Learning Applications &amp;amp; Techniques&amp;quot;&quot;/&gt;&lt;property id=&quot;20307&quot; value=&quot;709&quot;/&gt;&lt;/object&gt;&lt;object type=&quot;3&quot; unique_id=&quot;55085&quot;&gt;&lt;property id=&quot;20148&quot; value=&quot;5&quot;/&gt;&lt;property id=&quot;20300&quot; value=&quot;Slide 65 - &amp;quot;Decision Tree&amp;quot;&quot;/&gt;&lt;property id=&quot;20307&quot; value=&quot;745&quot;/&gt;&lt;/object&gt;&lt;object type=&quot;3&quot; unique_id=&quot;55086&quot;&gt;&lt;property id=&quot;20148&quot; value=&quot;5&quot;/&gt;&lt;property id=&quot;20300&quot; value=&quot;Slide 66 - &amp;quot;Decision Tree - Intuition&amp;quot;&quot;/&gt;&lt;property id=&quot;20307&quot; value=&quot;744&quot;/&gt;&lt;/object&gt;&lt;object type=&quot;3&quot; unique_id=&quot;55087&quot;&gt;&lt;property id=&quot;20148&quot; value=&quot;5&quot;/&gt;&lt;property id=&quot;20300&quot; value=&quot;Slide 67 - &amp;quot;Decision Tree - Intuition&amp;quot;&quot;/&gt;&lt;property id=&quot;20307&quot; value=&quot;749&quot;/&gt;&lt;/object&gt;&lt;object type=&quot;3&quot; unique_id=&quot;55088&quot;&gt;&lt;property id=&quot;20148&quot; value=&quot;5&quot;/&gt;&lt;property id=&quot;20300&quot; value=&quot;Slide 68 - &amp;quot;Decision Tree Example&amp;quot;&quot;/&gt;&lt;property id=&quot;20307&quot; value=&quot;713&quot;/&gt;&lt;/object&gt;&lt;object type=&quot;3&quot; unique_id=&quot;55089&quot;&gt;&lt;property id=&quot;20148&quot; value=&quot;5&quot;/&gt;&lt;property id=&quot;20300&quot; value=&quot;Slide 69 - &amp;quot;Machine Learning Applications &amp;amp; Techniques&amp;quot;&quot;/&gt;&lt;property id=&quot;20307&quot; value=&quot;708&quot;/&gt;&lt;/object&gt;&lt;object type=&quot;3&quot; unique_id=&quot;55090&quot;&gt;&lt;property id=&quot;20148&quot; value=&quot;5&quot;/&gt;&lt;property id=&quot;20300&quot; value=&quot;Slide 75 - &amp;quot;Machine Learning Applications &amp;amp; Techniques&amp;quot;&quot;/&gt;&lt;property id=&quot;20307&quot; value=&quot;714&quot;/&gt;&lt;/object&gt;&lt;object type=&quot;3&quot; unique_id=&quot;55091&quot;&gt;&lt;property id=&quot;20148&quot; value=&quot;5&quot;/&gt;&lt;property id=&quot;20300&quot; value=&quot;Slide 82 - &amp;quot;Pitfalls – Overfitting Of Models&amp;quot;&quot;/&gt;&lt;property id=&quot;20307&quot; value=&quot;740&quot;/&gt;&lt;/object&gt;&lt;object type=&quot;3&quot; unique_id=&quot;55092&quot;&gt;&lt;property id=&quot;20148&quot; value=&quot;5&quot;/&gt;&lt;property id=&quot;20300&quot; value=&quot;Slide 83 - &amp;quot;Pitfalls – Causality vs Correlation&amp;quot;&quot;/&gt;&lt;property id=&quot;20307&quot; value=&quot;720&quot;/&gt;&lt;/object&gt;&lt;object type=&quot;3&quot; unique_id=&quot;55093&quot;&gt;&lt;property id=&quot;20148&quot; value=&quot;5&quot;/&gt;&lt;property id=&quot;20300&quot; value=&quot;Slide 84&quot;/&gt;&lt;property id=&quot;20307&quot; value=&quot;750&quot;/&gt;&lt;/object&gt;&lt;object type=&quot;3&quot; unique_id=&quot;55094&quot;&gt;&lt;property id=&quot;20148&quot; value=&quot;5&quot;/&gt;&lt;property id=&quot;20300&quot; value=&quot;Slide 85&quot;/&gt;&lt;property id=&quot;20307&quot; value=&quot;751&quot;/&gt;&lt;/object&gt;&lt;object type=&quot;3&quot; unique_id=&quot;55095&quot;&gt;&lt;property id=&quot;20148&quot; value=&quot;5&quot;/&gt;&lt;property id=&quot;20300&quot; value=&quot;Slide 98 - &amp;quot;Leading Questions&amp;quot;&quot;/&gt;&lt;property id=&quot;20307&quot; value=&quot;741&quot;/&gt;&lt;/object&gt;&lt;object type=&quot;3&quot; unique_id=&quot;55096&quot;&gt;&lt;property id=&quot;20148&quot; value=&quot;5&quot;/&gt;&lt;property id=&quot;20300&quot; value=&quot;Slide 103 - &amp;quot;Leading Questions&amp;quot;&quot;/&gt;&lt;property id=&quot;20307&quot; value=&quot;742&quot;/&gt;&lt;/object&gt;&lt;/object&gt;&lt;object type=&quot;8&quot; unique_id=&quot;50654&quot;&gt;&lt;/object&gt;&lt;/object&gt;&lt;/database&gt;"/>
  <p:tag name="SECTOMILLISECCONVERTED" val="1"/>
</p:tagLst>
</file>

<file path=ppt/theme/theme1.xml><?xml version="1.0" encoding="utf-8"?>
<a:theme xmlns:a="http://schemas.openxmlformats.org/drawingml/2006/main" name="simple-light-2">
  <a:themeElements>
    <a:clrScheme name="DSP-New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DC74D"/>
      </a:accent1>
      <a:accent2>
        <a:srgbClr val="EC6377"/>
      </a:accent2>
      <a:accent3>
        <a:srgbClr val="F88B6C"/>
      </a:accent3>
      <a:accent4>
        <a:srgbClr val="99CB30"/>
      </a:accent4>
      <a:accent5>
        <a:srgbClr val="5F5594"/>
      </a:accent5>
      <a:accent6>
        <a:srgbClr val="3D5C9D"/>
      </a:accent6>
      <a:hlink>
        <a:srgbClr val="6BA0E7"/>
      </a:hlink>
      <a:folHlink>
        <a:srgbClr val="3E5E84"/>
      </a:folHlink>
    </a:clrScheme>
    <a:fontScheme name="Office">
      <a:majorFont>
        <a:latin typeface="Segoe U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Segoe UI"/>
        <a:font script="Hebr" typeface="Segoe UI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Segoe UI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Segoe U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Segoe UI"/>
        <a:font script="Hebr" typeface="Segoe UI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Segoe UI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</TotalTime>
  <Words>444</Words>
  <Application>Microsoft Office PowerPoint</Application>
  <PresentationFormat>On-screen Show (16:9)</PresentationFormat>
  <Paragraphs>104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Segoe UI</vt:lpstr>
      <vt:lpstr>simple-light-2</vt:lpstr>
      <vt:lpstr>Problem Statement</vt:lpstr>
      <vt:lpstr>Data available</vt:lpstr>
      <vt:lpstr>Proposed solution</vt:lpstr>
      <vt:lpstr>Sparse connections: Properties connect within their own circles</vt:lpstr>
      <vt:lpstr>Hubs detected</vt:lpstr>
      <vt:lpstr>Outliers detected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Goh Meng Huang</cp:lastModifiedBy>
  <cp:revision>25</cp:revision>
  <dcterms:modified xsi:type="dcterms:W3CDTF">2026-02-01T03:50:46Z</dcterms:modified>
</cp:coreProperties>
</file>